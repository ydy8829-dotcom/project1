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30D041-A398-4CFB-9C63-70A915AE7055}" v="15" dt="2026-08-09T13:11:08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7" autoAdjust="0"/>
    <p:restoredTop sz="95026" autoAdjust="0"/>
  </p:normalViewPr>
  <p:slideViewPr>
    <p:cSldViewPr snapToGrid="0">
      <p:cViewPr varScale="1">
        <p:scale>
          <a:sx n="90" d="100"/>
          <a:sy n="90" d="100"/>
        </p:scale>
        <p:origin x="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tu M" userId="e2b7dec7076975a0" providerId="LiveId" clId="{571A00BA-6448-4AB0-83DE-276904FE49DE}"/>
    <pc:docChg chg="undo custSel addSld delSld modSld addMainMaster delMainMaster modMainMaster modNotesMaster">
      <pc:chgData name="sntu M" userId="e2b7dec7076975a0" providerId="LiveId" clId="{571A00BA-6448-4AB0-83DE-276904FE49DE}" dt="2026-08-09T13:13:19.615" v="1183" actId="20577"/>
      <pc:docMkLst>
        <pc:docMk/>
      </pc:docMkLst>
      <pc:sldChg chg="addSp delSp modSp mod chgLayout">
        <pc:chgData name="sntu M" userId="e2b7dec7076975a0" providerId="LiveId" clId="{571A00BA-6448-4AB0-83DE-276904FE49DE}" dt="2026-08-09T13:13:19.615" v="1183" actId="20577"/>
        <pc:sldMkLst>
          <pc:docMk/>
          <pc:sldMk cId="831501248" sldId="257"/>
        </pc:sldMkLst>
        <pc:spChg chg="mod ord">
          <ac:chgData name="sntu M" userId="e2b7dec7076975a0" providerId="LiveId" clId="{571A00BA-6448-4AB0-83DE-276904FE49DE}" dt="2026-08-09T13:08:21.436" v="1020" actId="404"/>
          <ac:spMkLst>
            <pc:docMk/>
            <pc:sldMk cId="831501248" sldId="257"/>
            <ac:spMk id="2" creationId="{06C818E3-3F2B-AD04-9D3B-24321F679594}"/>
          </ac:spMkLst>
        </pc:spChg>
        <pc:spChg chg="del mod ord">
          <ac:chgData name="sntu M" userId="e2b7dec7076975a0" providerId="LiveId" clId="{571A00BA-6448-4AB0-83DE-276904FE49DE}" dt="2026-08-09T13:08:07.169" v="1013" actId="478"/>
          <ac:spMkLst>
            <pc:docMk/>
            <pc:sldMk cId="831501248" sldId="257"/>
            <ac:spMk id="3" creationId="{DE5B3D11-0ED4-7510-9720-187050177FC3}"/>
          </ac:spMkLst>
        </pc:spChg>
        <pc:spChg chg="add del mod">
          <ac:chgData name="sntu M" userId="e2b7dec7076975a0" providerId="LiveId" clId="{571A00BA-6448-4AB0-83DE-276904FE49DE}" dt="2026-08-09T13:05:01.628" v="967" actId="6264"/>
          <ac:spMkLst>
            <pc:docMk/>
            <pc:sldMk cId="831501248" sldId="257"/>
            <ac:spMk id="4" creationId="{CF636B07-F368-1A84-2350-6EB9B70C54C8}"/>
          </ac:spMkLst>
        </pc:spChg>
        <pc:spChg chg="add del mod">
          <ac:chgData name="sntu M" userId="e2b7dec7076975a0" providerId="LiveId" clId="{571A00BA-6448-4AB0-83DE-276904FE49DE}" dt="2026-08-09T13:05:01.628" v="967" actId="6264"/>
          <ac:spMkLst>
            <pc:docMk/>
            <pc:sldMk cId="831501248" sldId="257"/>
            <ac:spMk id="5" creationId="{62F71D96-80B1-D7AB-D2EE-1893A607D269}"/>
          </ac:spMkLst>
        </pc:spChg>
        <pc:spChg chg="mod ord">
          <ac:chgData name="sntu M" userId="e2b7dec7076975a0" providerId="LiveId" clId="{571A00BA-6448-4AB0-83DE-276904FE49DE}" dt="2026-08-09T13:05:01.628" v="967" actId="6264"/>
          <ac:spMkLst>
            <pc:docMk/>
            <pc:sldMk cId="831501248" sldId="257"/>
            <ac:spMk id="6" creationId="{81FD0B23-46B3-2418-5D56-0B8A2D2F685A}"/>
          </ac:spMkLst>
        </pc:spChg>
        <pc:spChg chg="add del mod">
          <ac:chgData name="sntu M" userId="e2b7dec7076975a0" providerId="LiveId" clId="{571A00BA-6448-4AB0-83DE-276904FE49DE}" dt="2026-08-09T13:05:01.628" v="967" actId="6264"/>
          <ac:spMkLst>
            <pc:docMk/>
            <pc:sldMk cId="831501248" sldId="257"/>
            <ac:spMk id="7" creationId="{CEEB3799-266C-5C2F-D618-735C3929F51E}"/>
          </ac:spMkLst>
        </pc:spChg>
        <pc:spChg chg="add del mod">
          <ac:chgData name="sntu M" userId="e2b7dec7076975a0" providerId="LiveId" clId="{571A00BA-6448-4AB0-83DE-276904FE49DE}" dt="2026-08-09T13:08:11.474" v="1015" actId="478"/>
          <ac:spMkLst>
            <pc:docMk/>
            <pc:sldMk cId="831501248" sldId="257"/>
            <ac:spMk id="9" creationId="{65DA247E-0D2E-5ECE-D670-893D21908987}"/>
          </ac:spMkLst>
        </pc:spChg>
        <pc:spChg chg="add del mod">
          <ac:chgData name="sntu M" userId="e2b7dec7076975a0" providerId="LiveId" clId="{571A00BA-6448-4AB0-83DE-276904FE49DE}" dt="2026-08-09T13:11:08.310" v="1069" actId="478"/>
          <ac:spMkLst>
            <pc:docMk/>
            <pc:sldMk cId="831501248" sldId="257"/>
            <ac:spMk id="10" creationId="{912DA834-34EA-7C80-AF39-5B1E914D7485}"/>
          </ac:spMkLst>
        </pc:spChg>
        <pc:spChg chg="mod ord">
          <ac:chgData name="sntu M" userId="e2b7dec7076975a0" providerId="LiveId" clId="{571A00BA-6448-4AB0-83DE-276904FE49DE}" dt="2026-08-09T13:13:19.615" v="1183" actId="20577"/>
          <ac:spMkLst>
            <pc:docMk/>
            <pc:sldMk cId="831501248" sldId="257"/>
            <ac:spMk id="11" creationId="{01FB3902-37DF-FBDA-E308-7CC9DB93D052}"/>
          </ac:spMkLst>
        </pc:spChg>
        <pc:spChg chg="add mod">
          <ac:chgData name="sntu M" userId="e2b7dec7076975a0" providerId="LiveId" clId="{571A00BA-6448-4AB0-83DE-276904FE49DE}" dt="2026-08-09T13:11:39.794" v="1075" actId="208"/>
          <ac:spMkLst>
            <pc:docMk/>
            <pc:sldMk cId="831501248" sldId="257"/>
            <ac:spMk id="12" creationId="{0EAFA2F1-94FA-CAE2-CFD0-B3A23DE4EF11}"/>
          </ac:spMkLst>
        </pc:spChg>
      </pc:sldChg>
      <pc:sldChg chg="addSp modSp mod delDesignElem">
        <pc:chgData name="sntu M" userId="e2b7dec7076975a0" providerId="LiveId" clId="{571A00BA-6448-4AB0-83DE-276904FE49DE}" dt="2026-08-09T13:01:11.364" v="917"/>
        <pc:sldMkLst>
          <pc:docMk/>
          <pc:sldMk cId="3711968152" sldId="258"/>
        </pc:sldMkLst>
        <pc:spChg chg="mod">
          <ac:chgData name="sntu M" userId="e2b7dec7076975a0" providerId="LiveId" clId="{571A00BA-6448-4AB0-83DE-276904FE49DE}" dt="2026-08-09T13:01:11.364" v="917"/>
          <ac:spMkLst>
            <pc:docMk/>
            <pc:sldMk cId="3711968152" sldId="258"/>
            <ac:spMk id="2" creationId="{C55D471E-755C-A9E6-6A33-0F9C8F160591}"/>
          </ac:spMkLst>
        </pc:spChg>
        <pc:spChg chg="mod">
          <ac:chgData name="sntu M" userId="e2b7dec7076975a0" providerId="LiveId" clId="{571A00BA-6448-4AB0-83DE-276904FE49DE}" dt="2026-08-09T13:01:11.364" v="917"/>
          <ac:spMkLst>
            <pc:docMk/>
            <pc:sldMk cId="3711968152" sldId="258"/>
            <ac:spMk id="3" creationId="{D480F5DC-DBEB-6700-C3BE-2A09C6ED5861}"/>
          </ac:spMkLst>
        </pc:spChg>
        <pc:spChg chg="mod">
          <ac:chgData name="sntu M" userId="e2b7dec7076975a0" providerId="LiveId" clId="{571A00BA-6448-4AB0-83DE-276904FE49DE}" dt="2026-08-09T13:01:11.364" v="917"/>
          <ac:spMkLst>
            <pc:docMk/>
            <pc:sldMk cId="3711968152" sldId="258"/>
            <ac:spMk id="7" creationId="{31A19ED2-F423-F35D-97E6-3F94C4F935B5}"/>
          </ac:spMkLst>
        </pc:spChg>
        <pc:spChg chg="mod">
          <ac:chgData name="sntu M" userId="e2b7dec7076975a0" providerId="LiveId" clId="{571A00BA-6448-4AB0-83DE-276904FE49DE}" dt="2026-08-09T13:01:11.364" v="917"/>
          <ac:spMkLst>
            <pc:docMk/>
            <pc:sldMk cId="3711968152" sldId="258"/>
            <ac:spMk id="9" creationId="{3FB32DAD-789A-E82C-46AC-24D462F88240}"/>
          </ac:spMkLst>
        </pc:spChg>
        <pc:spChg chg="add mod">
          <ac:chgData name="sntu M" userId="e2b7dec7076975a0" providerId="LiveId" clId="{571A00BA-6448-4AB0-83DE-276904FE49DE}" dt="2026-08-09T13:01:11.364" v="917"/>
          <ac:spMkLst>
            <pc:docMk/>
            <pc:sldMk cId="3711968152" sldId="258"/>
            <ac:spMk id="17" creationId="{BAD76F3E-3A97-486B-B402-44400A8B9173}"/>
          </ac:spMkLst>
        </pc:spChg>
        <pc:spChg chg="add mod">
          <ac:chgData name="sntu M" userId="e2b7dec7076975a0" providerId="LiveId" clId="{571A00BA-6448-4AB0-83DE-276904FE49DE}" dt="2026-08-09T13:01:11.364" v="917"/>
          <ac:spMkLst>
            <pc:docMk/>
            <pc:sldMk cId="3711968152" sldId="258"/>
            <ac:spMk id="19" creationId="{391F6B52-91F4-4AEB-B6DB-29FEBCF28C8B}"/>
          </ac:spMkLst>
        </pc:spChg>
        <pc:spChg chg="add mod">
          <ac:chgData name="sntu M" userId="e2b7dec7076975a0" providerId="LiveId" clId="{571A00BA-6448-4AB0-83DE-276904FE49DE}" dt="2026-08-09T13:01:11.364" v="917"/>
          <ac:spMkLst>
            <pc:docMk/>
            <pc:sldMk cId="3711968152" sldId="258"/>
            <ac:spMk id="21" creationId="{2CD6F061-7C53-44F4-9794-953DB70A451B}"/>
          </ac:spMkLst>
        </pc:spChg>
        <pc:grpChg chg="mod">
          <ac:chgData name="sntu M" userId="e2b7dec7076975a0" providerId="LiveId" clId="{571A00BA-6448-4AB0-83DE-276904FE49DE}" dt="2026-08-09T13:01:11.364" v="917"/>
          <ac:grpSpMkLst>
            <pc:docMk/>
            <pc:sldMk cId="3711968152" sldId="258"/>
            <ac:grpSpMk id="36" creationId="{22347FB6-90C6-F72B-EC63-4CB706ACE0F6}"/>
          </ac:grpSpMkLst>
        </pc:grpChg>
        <pc:cxnChg chg="mod">
          <ac:chgData name="sntu M" userId="e2b7dec7076975a0" providerId="LiveId" clId="{571A00BA-6448-4AB0-83DE-276904FE49DE}" dt="2026-08-09T13:01:11.364" v="917"/>
          <ac:cxnSpMkLst>
            <pc:docMk/>
            <pc:sldMk cId="3711968152" sldId="258"/>
            <ac:cxnSpMk id="35" creationId="{D2EDD87F-4A30-9229-2202-3A39A9646120}"/>
          </ac:cxnSpMkLst>
        </pc:cxnChg>
      </pc:sldChg>
      <pc:sldChg chg="modSp new del">
        <pc:chgData name="sntu M" userId="e2b7dec7076975a0" providerId="LiveId" clId="{571A00BA-6448-4AB0-83DE-276904FE49DE}" dt="2026-08-09T13:11:59.105" v="1081" actId="47"/>
        <pc:sldMkLst>
          <pc:docMk/>
          <pc:sldMk cId="827905666" sldId="259"/>
        </pc:sldMkLst>
        <pc:spChg chg="mod">
          <ac:chgData name="sntu M" userId="e2b7dec7076975a0" providerId="LiveId" clId="{571A00BA-6448-4AB0-83DE-276904FE49DE}" dt="2026-08-09T13:01:11.364" v="917"/>
          <ac:spMkLst>
            <pc:docMk/>
            <pc:sldMk cId="827905666" sldId="259"/>
            <ac:spMk id="2" creationId="{381AD5EC-1BA6-35D6-2B66-4DC6FAADEB4B}"/>
          </ac:spMkLst>
        </pc:spChg>
        <pc:spChg chg="mod">
          <ac:chgData name="sntu M" userId="e2b7dec7076975a0" providerId="LiveId" clId="{571A00BA-6448-4AB0-83DE-276904FE49DE}" dt="2026-08-09T13:01:11.364" v="917"/>
          <ac:spMkLst>
            <pc:docMk/>
            <pc:sldMk cId="827905666" sldId="259"/>
            <ac:spMk id="3" creationId="{3B955A96-16C1-64EA-AED4-568FDAE4C6E5}"/>
          </ac:spMkLst>
        </pc:spChg>
        <pc:spChg chg="mod">
          <ac:chgData name="sntu M" userId="e2b7dec7076975a0" providerId="LiveId" clId="{571A00BA-6448-4AB0-83DE-276904FE49DE}" dt="2026-08-09T13:01:11.364" v="917"/>
          <ac:spMkLst>
            <pc:docMk/>
            <pc:sldMk cId="827905666" sldId="259"/>
            <ac:spMk id="4" creationId="{8E9FA53B-A155-ED15-7443-9F67E7A9A14A}"/>
          </ac:spMkLst>
        </pc:spChg>
      </pc:sldChg>
      <pc:sldChg chg="addSp delSp modSp new del mod chgLayout">
        <pc:chgData name="sntu M" userId="e2b7dec7076975a0" providerId="LiveId" clId="{571A00BA-6448-4AB0-83DE-276904FE49DE}" dt="2026-08-09T13:12:18.744" v="1082" actId="47"/>
        <pc:sldMkLst>
          <pc:docMk/>
          <pc:sldMk cId="4005654524" sldId="260"/>
        </pc:sldMkLst>
        <pc:spChg chg="del mod">
          <ac:chgData name="sntu M" userId="e2b7dec7076975a0" providerId="LiveId" clId="{571A00BA-6448-4AB0-83DE-276904FE49DE}" dt="2026-08-09T13:02:12.727" v="920" actId="478"/>
          <ac:spMkLst>
            <pc:docMk/>
            <pc:sldMk cId="4005654524" sldId="260"/>
            <ac:spMk id="2" creationId="{71B8C0B5-7062-663C-B280-2D7C9280588E}"/>
          </ac:spMkLst>
        </pc:spChg>
        <pc:spChg chg="del mod">
          <ac:chgData name="sntu M" userId="e2b7dec7076975a0" providerId="LiveId" clId="{571A00BA-6448-4AB0-83DE-276904FE49DE}" dt="2026-08-09T13:02:11.341" v="919" actId="478"/>
          <ac:spMkLst>
            <pc:docMk/>
            <pc:sldMk cId="4005654524" sldId="260"/>
            <ac:spMk id="3" creationId="{0208BAFC-3BF8-940C-7881-5D3A51CFB6E9}"/>
          </ac:spMkLst>
        </pc:spChg>
        <pc:spChg chg="mod ord">
          <ac:chgData name="sntu M" userId="e2b7dec7076975a0" providerId="LiveId" clId="{571A00BA-6448-4AB0-83DE-276904FE49DE}" dt="2026-08-09T13:05:30.262" v="976" actId="6264"/>
          <ac:spMkLst>
            <pc:docMk/>
            <pc:sldMk cId="4005654524" sldId="260"/>
            <ac:spMk id="4" creationId="{2735BA5E-006F-1E91-4738-F5A057AF35D3}"/>
          </ac:spMkLst>
        </pc:spChg>
        <pc:spChg chg="add mod ord">
          <ac:chgData name="sntu M" userId="e2b7dec7076975a0" providerId="LiveId" clId="{571A00BA-6448-4AB0-83DE-276904FE49DE}" dt="2026-08-09T13:10:58.197" v="1068" actId="403"/>
          <ac:spMkLst>
            <pc:docMk/>
            <pc:sldMk cId="4005654524" sldId="260"/>
            <ac:spMk id="5" creationId="{B9453D32-84F2-DD5D-6D0B-44EB229E9934}"/>
          </ac:spMkLst>
        </pc:spChg>
        <pc:spChg chg="add del mod">
          <ac:chgData name="sntu M" userId="e2b7dec7076975a0" providerId="LiveId" clId="{571A00BA-6448-4AB0-83DE-276904FE49DE}" dt="2026-08-09T13:10:20.292" v="1055" actId="478"/>
          <ac:spMkLst>
            <pc:docMk/>
            <pc:sldMk cId="4005654524" sldId="260"/>
            <ac:spMk id="6" creationId="{55DA6D1C-4937-914D-195A-04B96A10613F}"/>
          </ac:spMkLst>
        </pc:spChg>
        <pc:spChg chg="add del mod">
          <ac:chgData name="sntu M" userId="e2b7dec7076975a0" providerId="LiveId" clId="{571A00BA-6448-4AB0-83DE-276904FE49DE}" dt="2026-08-09T13:04:48.572" v="964" actId="6264"/>
          <ac:spMkLst>
            <pc:docMk/>
            <pc:sldMk cId="4005654524" sldId="260"/>
            <ac:spMk id="7" creationId="{10BAAF48-3F67-1A29-7443-A0FDA6ABB170}"/>
          </ac:spMkLst>
        </pc:spChg>
        <pc:spChg chg="add del mod">
          <ac:chgData name="sntu M" userId="e2b7dec7076975a0" providerId="LiveId" clId="{571A00BA-6448-4AB0-83DE-276904FE49DE}" dt="2026-08-09T13:04:48.572" v="964" actId="6264"/>
          <ac:spMkLst>
            <pc:docMk/>
            <pc:sldMk cId="4005654524" sldId="260"/>
            <ac:spMk id="8" creationId="{B1BB6292-32CF-ECCF-F067-F65FFDEF34B7}"/>
          </ac:spMkLst>
        </pc:spChg>
        <pc:spChg chg="add del mod ord">
          <ac:chgData name="sntu M" userId="e2b7dec7076975a0" providerId="LiveId" clId="{571A00BA-6448-4AB0-83DE-276904FE49DE}" dt="2026-08-09T13:04:54.920" v="966" actId="478"/>
          <ac:spMkLst>
            <pc:docMk/>
            <pc:sldMk cId="4005654524" sldId="260"/>
            <ac:spMk id="9" creationId="{CE0B1371-57F1-DBB5-A59B-B8FA74F50E63}"/>
          </ac:spMkLst>
        </pc:spChg>
        <pc:spChg chg="add del mod">
          <ac:chgData name="sntu M" userId="e2b7dec7076975a0" providerId="LiveId" clId="{571A00BA-6448-4AB0-83DE-276904FE49DE}" dt="2026-08-09T13:05:30.262" v="976" actId="6264"/>
          <ac:spMkLst>
            <pc:docMk/>
            <pc:sldMk cId="4005654524" sldId="260"/>
            <ac:spMk id="10" creationId="{43B76289-EBEE-0ECB-5CBE-76DE09C68F76}"/>
          </ac:spMkLst>
        </pc:spChg>
        <pc:spChg chg="add del mod">
          <ac:chgData name="sntu M" userId="e2b7dec7076975a0" providerId="LiveId" clId="{571A00BA-6448-4AB0-83DE-276904FE49DE}" dt="2026-08-09T13:05:30.262" v="976" actId="6264"/>
          <ac:spMkLst>
            <pc:docMk/>
            <pc:sldMk cId="4005654524" sldId="260"/>
            <ac:spMk id="11" creationId="{3598A9DD-AA14-32EA-F686-CC9D6F0A7256}"/>
          </ac:spMkLst>
        </pc:spChg>
        <pc:spChg chg="add del mod ord">
          <ac:chgData name="sntu M" userId="e2b7dec7076975a0" providerId="LiveId" clId="{571A00BA-6448-4AB0-83DE-276904FE49DE}" dt="2026-08-09T13:07:03.410" v="991" actId="478"/>
          <ac:spMkLst>
            <pc:docMk/>
            <pc:sldMk cId="4005654524" sldId="260"/>
            <ac:spMk id="12" creationId="{C29376AC-8F5A-F48A-21CE-21CDB2ED3CE9}"/>
          </ac:spMkLst>
        </pc:spChg>
      </pc:sldChg>
      <pc:sldMasterChg chg="modSp modSldLayout">
        <pc:chgData name="sntu M" userId="e2b7dec7076975a0" providerId="LiveId" clId="{571A00BA-6448-4AB0-83DE-276904FE49DE}" dt="2026-08-09T13:01:11.364" v="917"/>
        <pc:sldMasterMkLst>
          <pc:docMk/>
          <pc:sldMasterMk cId="839817405" sldId="2147483648"/>
        </pc:sldMasterMkLst>
        <pc:spChg chg="mod">
          <ac:chgData name="sntu M" userId="e2b7dec7076975a0" providerId="LiveId" clId="{571A00BA-6448-4AB0-83DE-276904FE49DE}" dt="2026-08-09T13:01:11.364" v="917"/>
          <ac:spMkLst>
            <pc:docMk/>
            <pc:sldMasterMk cId="839817405" sldId="2147483648"/>
            <ac:spMk id="2" creationId="{683C70BA-554A-8BF6-99A8-3C0F4575406C}"/>
          </ac:spMkLst>
        </pc:spChg>
        <pc:spChg chg="mod">
          <ac:chgData name="sntu M" userId="e2b7dec7076975a0" providerId="LiveId" clId="{571A00BA-6448-4AB0-83DE-276904FE49DE}" dt="2026-08-09T13:01:11.364" v="917"/>
          <ac:spMkLst>
            <pc:docMk/>
            <pc:sldMasterMk cId="839817405" sldId="2147483648"/>
            <ac:spMk id="3" creationId="{7FA1D3B7-2F82-6875-73BB-08D6A1B2F734}"/>
          </ac:spMkLst>
        </pc:spChg>
        <pc:spChg chg="mod">
          <ac:chgData name="sntu M" userId="e2b7dec7076975a0" providerId="LiveId" clId="{571A00BA-6448-4AB0-83DE-276904FE49DE}" dt="2026-08-09T13:01:11.364" v="917"/>
          <ac:spMkLst>
            <pc:docMk/>
            <pc:sldMasterMk cId="839817405" sldId="2147483648"/>
            <ac:spMk id="4" creationId="{265DA387-8E47-FB44-88A1-46ED48B25B58}"/>
          </ac:spMkLst>
        </pc:spChg>
        <pc:spChg chg="mod">
          <ac:chgData name="sntu M" userId="e2b7dec7076975a0" providerId="LiveId" clId="{571A00BA-6448-4AB0-83DE-276904FE49DE}" dt="2026-08-09T13:01:11.364" v="917"/>
          <ac:spMkLst>
            <pc:docMk/>
            <pc:sldMasterMk cId="839817405" sldId="2147483648"/>
            <ac:spMk id="5" creationId="{ABA2522F-D880-9D32-3CAD-CFFCFE873090}"/>
          </ac:spMkLst>
        </pc:spChg>
        <pc:spChg chg="mod">
          <ac:chgData name="sntu M" userId="e2b7dec7076975a0" providerId="LiveId" clId="{571A00BA-6448-4AB0-83DE-276904FE49DE}" dt="2026-08-09T13:01:11.364" v="917"/>
          <ac:spMkLst>
            <pc:docMk/>
            <pc:sldMasterMk cId="839817405" sldId="2147483648"/>
            <ac:spMk id="6" creationId="{ED08DE1A-2846-B027-C820-CA5003DC355E}"/>
          </ac:spMkLst>
        </pc:spChg>
        <pc:spChg chg="mod">
          <ac:chgData name="sntu M" userId="e2b7dec7076975a0" providerId="LiveId" clId="{571A00BA-6448-4AB0-83DE-276904FE49DE}" dt="2026-08-09T13:01:11.364" v="917"/>
          <ac:spMkLst>
            <pc:docMk/>
            <pc:sldMasterMk cId="839817405" sldId="2147483648"/>
            <ac:spMk id="10" creationId="{3F9856EA-352D-0699-50B8-805469AE6D44}"/>
          </ac:spMkLst>
        </pc:spChg>
        <pc:sldLayoutChg chg="modSp">
          <pc:chgData name="sntu M" userId="e2b7dec7076975a0" providerId="LiveId" clId="{571A00BA-6448-4AB0-83DE-276904FE49DE}" dt="2026-08-09T13:01:11.364" v="917"/>
          <pc:sldLayoutMkLst>
            <pc:docMk/>
            <pc:sldMasterMk cId="839817405" sldId="2147483648"/>
            <pc:sldLayoutMk cId="3336243993" sldId="2147483649"/>
          </pc:sldLayoutMkLst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3336243993" sldId="2147483649"/>
              <ac:spMk id="2" creationId="{9B92C107-E936-7B68-FCD7-D60B4AA8E07D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3336243993" sldId="2147483649"/>
              <ac:spMk id="3" creationId="{3F5D9948-25C9-FE3B-A731-8943733E2238}"/>
            </ac:spMkLst>
          </pc:spChg>
        </pc:sldLayoutChg>
        <pc:sldLayoutChg chg="modSp">
          <pc:chgData name="sntu M" userId="e2b7dec7076975a0" providerId="LiveId" clId="{571A00BA-6448-4AB0-83DE-276904FE49DE}" dt="2026-08-09T13:01:11.364" v="917"/>
          <pc:sldLayoutMkLst>
            <pc:docMk/>
            <pc:sldMasterMk cId="839817405" sldId="2147483648"/>
            <pc:sldLayoutMk cId="2840760582" sldId="2147483651"/>
          </pc:sldLayoutMkLst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2840760582" sldId="2147483651"/>
              <ac:spMk id="2" creationId="{C55CB012-1FDC-4BA7-E7A9-956381075E03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2840760582" sldId="2147483651"/>
              <ac:spMk id="3" creationId="{79BE652E-4274-FD98-6C94-ABC3285BFB3B}"/>
            </ac:spMkLst>
          </pc:spChg>
        </pc:sldLayoutChg>
        <pc:sldLayoutChg chg="modSp">
          <pc:chgData name="sntu M" userId="e2b7dec7076975a0" providerId="LiveId" clId="{571A00BA-6448-4AB0-83DE-276904FE49DE}" dt="2026-08-09T13:01:11.364" v="917"/>
          <pc:sldLayoutMkLst>
            <pc:docMk/>
            <pc:sldMasterMk cId="839817405" sldId="2147483648"/>
            <pc:sldLayoutMk cId="3254936274" sldId="2147483652"/>
          </pc:sldLayoutMkLst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3254936274" sldId="2147483652"/>
              <ac:spMk id="3" creationId="{35861135-5940-D667-C5C0-148201FE57C8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3254936274" sldId="2147483652"/>
              <ac:spMk id="4" creationId="{0C4D46D2-E1F2-3A68-2F98-2623E1F53941}"/>
            </ac:spMkLst>
          </pc:spChg>
        </pc:sldLayoutChg>
        <pc:sldLayoutChg chg="modSp">
          <pc:chgData name="sntu M" userId="e2b7dec7076975a0" providerId="LiveId" clId="{571A00BA-6448-4AB0-83DE-276904FE49DE}" dt="2026-08-09T13:01:11.364" v="917"/>
          <pc:sldLayoutMkLst>
            <pc:docMk/>
            <pc:sldMasterMk cId="839817405" sldId="2147483648"/>
            <pc:sldLayoutMk cId="2611149218" sldId="2147483653"/>
          </pc:sldLayoutMkLst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2611149218" sldId="2147483653"/>
              <ac:spMk id="2" creationId="{177D7E7B-B325-21EF-7C06-54C172D50ABD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2611149218" sldId="2147483653"/>
              <ac:spMk id="3" creationId="{90C48A4A-3EF9-E388-32E7-6843B1CAEAC6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2611149218" sldId="2147483653"/>
              <ac:spMk id="4" creationId="{75E04BAC-D681-7F04-F64F-531A8B20C3A7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2611149218" sldId="2147483653"/>
              <ac:spMk id="5" creationId="{03643299-9FAD-B486-50C3-7097BD414256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2611149218" sldId="2147483653"/>
              <ac:spMk id="6" creationId="{B9162ADE-6FC6-8530-5A60-922FEDCA5559}"/>
            </ac:spMkLst>
          </pc:spChg>
        </pc:sldLayoutChg>
        <pc:sldLayoutChg chg="modSp">
          <pc:chgData name="sntu M" userId="e2b7dec7076975a0" providerId="LiveId" clId="{571A00BA-6448-4AB0-83DE-276904FE49DE}" dt="2026-08-09T13:01:11.364" v="917"/>
          <pc:sldLayoutMkLst>
            <pc:docMk/>
            <pc:sldMasterMk cId="839817405" sldId="2147483648"/>
            <pc:sldLayoutMk cId="1405124825" sldId="2147483656"/>
          </pc:sldLayoutMkLst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1405124825" sldId="2147483656"/>
              <ac:spMk id="2" creationId="{AC0F3B39-6840-C154-F6AA-A05BC285C563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1405124825" sldId="2147483656"/>
              <ac:spMk id="3" creationId="{01B815E8-F900-5318-13E0-BFB4748A995A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1405124825" sldId="2147483656"/>
              <ac:spMk id="4" creationId="{044149B5-4E84-6A57-7286-D04455B131A6}"/>
            </ac:spMkLst>
          </pc:spChg>
        </pc:sldLayoutChg>
        <pc:sldLayoutChg chg="modSp">
          <pc:chgData name="sntu M" userId="e2b7dec7076975a0" providerId="LiveId" clId="{571A00BA-6448-4AB0-83DE-276904FE49DE}" dt="2026-08-09T13:01:11.364" v="917"/>
          <pc:sldLayoutMkLst>
            <pc:docMk/>
            <pc:sldMasterMk cId="839817405" sldId="2147483648"/>
            <pc:sldLayoutMk cId="1909700187" sldId="2147483657"/>
          </pc:sldLayoutMkLst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1909700187" sldId="2147483657"/>
              <ac:spMk id="2" creationId="{09E8649D-3EDB-E6EC-6AE2-F58BD77E1D39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1909700187" sldId="2147483657"/>
              <ac:spMk id="3" creationId="{8B63202E-DC2D-6BFB-B127-9505E1C58EE5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1909700187" sldId="2147483657"/>
              <ac:spMk id="4" creationId="{637B8DD0-0140-8056-BA25-12B8ED6EEFD9}"/>
            </ac:spMkLst>
          </pc:spChg>
        </pc:sldLayoutChg>
        <pc:sldLayoutChg chg="modSp">
          <pc:chgData name="sntu M" userId="e2b7dec7076975a0" providerId="LiveId" clId="{571A00BA-6448-4AB0-83DE-276904FE49DE}" dt="2026-08-09T13:01:11.364" v="917"/>
          <pc:sldLayoutMkLst>
            <pc:docMk/>
            <pc:sldMasterMk cId="839817405" sldId="2147483648"/>
            <pc:sldLayoutMk cId="617507006" sldId="2147483659"/>
          </pc:sldLayoutMkLst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617507006" sldId="2147483659"/>
              <ac:spMk id="2" creationId="{29CBA64D-0008-B66C-631B-12F861702FF4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839817405" sldId="2147483648"/>
              <pc:sldLayoutMk cId="617507006" sldId="2147483659"/>
              <ac:spMk id="3" creationId="{34566CC0-8A48-9524-62CE-9DB5ABE732EF}"/>
            </ac:spMkLst>
          </pc:spChg>
        </pc:sldLayoutChg>
      </pc:sldMasterChg>
      <pc:sldMasterChg chg="modSp new del mod addSldLayout modSldLayout">
        <pc:chgData name="sntu M" userId="e2b7dec7076975a0" providerId="LiveId" clId="{571A00BA-6448-4AB0-83DE-276904FE49DE}" dt="2026-08-09T13:02:00.513" v="918" actId="2696"/>
        <pc:sldMasterMkLst>
          <pc:docMk/>
          <pc:sldMasterMk cId="244788612" sldId="2147483661"/>
        </pc:sldMasterMkLst>
        <pc:spChg chg="mod">
          <ac:chgData name="sntu M" userId="e2b7dec7076975a0" providerId="LiveId" clId="{571A00BA-6448-4AB0-83DE-276904FE49DE}" dt="2026-08-09T13:01:11.364" v="917"/>
          <ac:spMkLst>
            <pc:docMk/>
            <pc:sldMasterMk cId="244788612" sldId="2147483661"/>
            <ac:spMk id="2" creationId="{50841EC0-6F6F-93C6-5138-B5195CBCAAF6}"/>
          </ac:spMkLst>
        </pc:spChg>
        <pc:spChg chg="mod">
          <ac:chgData name="sntu M" userId="e2b7dec7076975a0" providerId="LiveId" clId="{571A00BA-6448-4AB0-83DE-276904FE49DE}" dt="2026-08-09T13:01:11.364" v="917"/>
          <ac:spMkLst>
            <pc:docMk/>
            <pc:sldMasterMk cId="244788612" sldId="2147483661"/>
            <ac:spMk id="3" creationId="{F04CD2A5-72C6-AF1A-45D3-6C7A6FEEF846}"/>
          </ac:spMkLst>
        </pc:spChg>
        <pc:spChg chg="mod">
          <ac:chgData name="sntu M" userId="e2b7dec7076975a0" providerId="LiveId" clId="{571A00BA-6448-4AB0-83DE-276904FE49DE}" dt="2026-08-09T13:01:11.364" v="917"/>
          <ac:spMkLst>
            <pc:docMk/>
            <pc:sldMasterMk cId="244788612" sldId="2147483661"/>
            <ac:spMk id="4" creationId="{3E5D6BAF-94BE-E9CB-8846-86F2C8758CFB}"/>
          </ac:spMkLst>
        </pc:spChg>
        <pc:spChg chg="mod">
          <ac:chgData name="sntu M" userId="e2b7dec7076975a0" providerId="LiveId" clId="{571A00BA-6448-4AB0-83DE-276904FE49DE}" dt="2026-08-09T13:01:11.364" v="917"/>
          <ac:spMkLst>
            <pc:docMk/>
            <pc:sldMasterMk cId="244788612" sldId="2147483661"/>
            <ac:spMk id="5" creationId="{7F7193B0-1C8B-9979-B32C-BB46ACEBA01F}"/>
          </ac:spMkLst>
        </pc:spChg>
        <pc:spChg chg="mod">
          <ac:chgData name="sntu M" userId="e2b7dec7076975a0" providerId="LiveId" clId="{571A00BA-6448-4AB0-83DE-276904FE49DE}" dt="2026-08-09T13:01:11.364" v="917"/>
          <ac:spMkLst>
            <pc:docMk/>
            <pc:sldMasterMk cId="244788612" sldId="2147483661"/>
            <ac:spMk id="6" creationId="{578E6B6D-04CB-DC18-F59F-E08A1CA4C2E1}"/>
          </ac:spMkLst>
        </pc:spChg>
        <pc:sldLayoutChg chg="modSp new replId">
          <pc:chgData name="sntu M" userId="e2b7dec7076975a0" providerId="LiveId" clId="{571A00BA-6448-4AB0-83DE-276904FE49DE}" dt="2026-08-09T13:01:11.364" v="917"/>
          <pc:sldLayoutMkLst>
            <pc:docMk/>
            <pc:sldMasterMk cId="244788612" sldId="2147483661"/>
            <pc:sldLayoutMk cId="3169077846" sldId="2147483662"/>
          </pc:sldLayoutMkLst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3169077846" sldId="2147483662"/>
              <ac:spMk id="2" creationId="{F2CAE522-6504-C49D-8649-DB13B4D9EB3A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3169077846" sldId="2147483662"/>
              <ac:spMk id="3" creationId="{724D95B1-BBB7-2E75-B84B-51CEDC473B94}"/>
            </ac:spMkLst>
          </pc:spChg>
        </pc:sldLayoutChg>
        <pc:sldLayoutChg chg="new replId">
          <pc:chgData name="sntu M" userId="e2b7dec7076975a0" providerId="LiveId" clId="{571A00BA-6448-4AB0-83DE-276904FE49DE}" dt="2026-08-09T13:00:48.355" v="912" actId="6938"/>
          <pc:sldLayoutMkLst>
            <pc:docMk/>
            <pc:sldMasterMk cId="244788612" sldId="2147483661"/>
            <pc:sldLayoutMk cId="609464069" sldId="2147483663"/>
          </pc:sldLayoutMkLst>
        </pc:sldLayoutChg>
        <pc:sldLayoutChg chg="modSp new replId">
          <pc:chgData name="sntu M" userId="e2b7dec7076975a0" providerId="LiveId" clId="{571A00BA-6448-4AB0-83DE-276904FE49DE}" dt="2026-08-09T13:01:11.364" v="917"/>
          <pc:sldLayoutMkLst>
            <pc:docMk/>
            <pc:sldMasterMk cId="244788612" sldId="2147483661"/>
            <pc:sldLayoutMk cId="2987534993" sldId="2147483664"/>
          </pc:sldLayoutMkLst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2987534993" sldId="2147483664"/>
              <ac:spMk id="2" creationId="{C5546DAD-DBC5-08DB-CDF2-5CA762439C50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2987534993" sldId="2147483664"/>
              <ac:spMk id="3" creationId="{8114BEC5-65A4-F239-8852-28A8518400CA}"/>
            </ac:spMkLst>
          </pc:spChg>
        </pc:sldLayoutChg>
        <pc:sldLayoutChg chg="modSp new replId">
          <pc:chgData name="sntu M" userId="e2b7dec7076975a0" providerId="LiveId" clId="{571A00BA-6448-4AB0-83DE-276904FE49DE}" dt="2026-08-09T13:01:11.364" v="917"/>
          <pc:sldLayoutMkLst>
            <pc:docMk/>
            <pc:sldMasterMk cId="244788612" sldId="2147483661"/>
            <pc:sldLayoutMk cId="862876671" sldId="2147483665"/>
          </pc:sldLayoutMkLst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862876671" sldId="2147483665"/>
              <ac:spMk id="3" creationId="{17B33522-AD53-19DF-51BB-B7D80BF893D4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862876671" sldId="2147483665"/>
              <ac:spMk id="4" creationId="{45C44943-65AC-BDB8-A60F-DC72599BA68B}"/>
            </ac:spMkLst>
          </pc:spChg>
        </pc:sldLayoutChg>
        <pc:sldLayoutChg chg="modSp new replId">
          <pc:chgData name="sntu M" userId="e2b7dec7076975a0" providerId="LiveId" clId="{571A00BA-6448-4AB0-83DE-276904FE49DE}" dt="2026-08-09T13:01:11.364" v="917"/>
          <pc:sldLayoutMkLst>
            <pc:docMk/>
            <pc:sldMasterMk cId="244788612" sldId="2147483661"/>
            <pc:sldLayoutMk cId="2990629395" sldId="2147483666"/>
          </pc:sldLayoutMkLst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2990629395" sldId="2147483666"/>
              <ac:spMk id="2" creationId="{29F47771-1D28-E32A-35C2-E6CDD02D9FDC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2990629395" sldId="2147483666"/>
              <ac:spMk id="3" creationId="{390CD1A6-B56B-D1F3-8043-60C16D11C1A1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2990629395" sldId="2147483666"/>
              <ac:spMk id="4" creationId="{B638B34D-8E0A-5F60-ED65-E967957D203D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2990629395" sldId="2147483666"/>
              <ac:spMk id="5" creationId="{390E1897-5DB0-D8AD-2D9A-119AAFAE2F52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2990629395" sldId="2147483666"/>
              <ac:spMk id="6" creationId="{211397CA-E008-831C-3544-CC9354913060}"/>
            </ac:spMkLst>
          </pc:spChg>
        </pc:sldLayoutChg>
        <pc:sldLayoutChg chg="new replId">
          <pc:chgData name="sntu M" userId="e2b7dec7076975a0" providerId="LiveId" clId="{571A00BA-6448-4AB0-83DE-276904FE49DE}" dt="2026-08-09T13:00:48.355" v="912" actId="6938"/>
          <pc:sldLayoutMkLst>
            <pc:docMk/>
            <pc:sldMasterMk cId="244788612" sldId="2147483661"/>
            <pc:sldLayoutMk cId="3890207939" sldId="2147483667"/>
          </pc:sldLayoutMkLst>
        </pc:sldLayoutChg>
        <pc:sldLayoutChg chg="new replId">
          <pc:chgData name="sntu M" userId="e2b7dec7076975a0" providerId="LiveId" clId="{571A00BA-6448-4AB0-83DE-276904FE49DE}" dt="2026-08-09T13:00:48.355" v="912" actId="6938"/>
          <pc:sldLayoutMkLst>
            <pc:docMk/>
            <pc:sldMasterMk cId="244788612" sldId="2147483661"/>
            <pc:sldLayoutMk cId="4088980874" sldId="2147483668"/>
          </pc:sldLayoutMkLst>
        </pc:sldLayoutChg>
        <pc:sldLayoutChg chg="modSp new replId">
          <pc:chgData name="sntu M" userId="e2b7dec7076975a0" providerId="LiveId" clId="{571A00BA-6448-4AB0-83DE-276904FE49DE}" dt="2026-08-09T13:01:11.364" v="917"/>
          <pc:sldLayoutMkLst>
            <pc:docMk/>
            <pc:sldMasterMk cId="244788612" sldId="2147483661"/>
            <pc:sldLayoutMk cId="2803000098" sldId="2147483669"/>
          </pc:sldLayoutMkLst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2803000098" sldId="2147483669"/>
              <ac:spMk id="2" creationId="{981FFD33-5030-8D03-3D97-5688EAE7E0C5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2803000098" sldId="2147483669"/>
              <ac:spMk id="3" creationId="{514E6333-7F9A-BB77-3A3B-E88BAF564EDD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2803000098" sldId="2147483669"/>
              <ac:spMk id="4" creationId="{2712378F-F451-9E76-6658-1C517A295A1A}"/>
            </ac:spMkLst>
          </pc:spChg>
        </pc:sldLayoutChg>
        <pc:sldLayoutChg chg="modSp new replId">
          <pc:chgData name="sntu M" userId="e2b7dec7076975a0" providerId="LiveId" clId="{571A00BA-6448-4AB0-83DE-276904FE49DE}" dt="2026-08-09T13:01:11.364" v="917"/>
          <pc:sldLayoutMkLst>
            <pc:docMk/>
            <pc:sldMasterMk cId="244788612" sldId="2147483661"/>
            <pc:sldLayoutMk cId="1495001583" sldId="2147483670"/>
          </pc:sldLayoutMkLst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1495001583" sldId="2147483670"/>
              <ac:spMk id="2" creationId="{4AACC9B5-7ABE-4D40-5779-E6C5CDC94391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1495001583" sldId="2147483670"/>
              <ac:spMk id="3" creationId="{476EF4FF-6A2F-7B73-A207-A4C5F1222395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1495001583" sldId="2147483670"/>
              <ac:spMk id="4" creationId="{E3297609-7592-0085-1069-427A69CEB95F}"/>
            </ac:spMkLst>
          </pc:spChg>
        </pc:sldLayoutChg>
        <pc:sldLayoutChg chg="new replId">
          <pc:chgData name="sntu M" userId="e2b7dec7076975a0" providerId="LiveId" clId="{571A00BA-6448-4AB0-83DE-276904FE49DE}" dt="2026-08-09T13:00:48.355" v="912" actId="6938"/>
          <pc:sldLayoutMkLst>
            <pc:docMk/>
            <pc:sldMasterMk cId="244788612" sldId="2147483661"/>
            <pc:sldLayoutMk cId="1120737157" sldId="2147483671"/>
          </pc:sldLayoutMkLst>
        </pc:sldLayoutChg>
        <pc:sldLayoutChg chg="modSp new replId">
          <pc:chgData name="sntu M" userId="e2b7dec7076975a0" providerId="LiveId" clId="{571A00BA-6448-4AB0-83DE-276904FE49DE}" dt="2026-08-09T13:01:11.364" v="917"/>
          <pc:sldLayoutMkLst>
            <pc:docMk/>
            <pc:sldMasterMk cId="244788612" sldId="2147483661"/>
            <pc:sldLayoutMk cId="1720132273" sldId="2147483672"/>
          </pc:sldLayoutMkLst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1720132273" sldId="2147483672"/>
              <ac:spMk id="2" creationId="{870F9D04-92FC-8E62-756C-31F9F1E7B252}"/>
            </ac:spMkLst>
          </pc:spChg>
          <pc:spChg chg="mod">
            <ac:chgData name="sntu M" userId="e2b7dec7076975a0" providerId="LiveId" clId="{571A00BA-6448-4AB0-83DE-276904FE49DE}" dt="2026-08-09T13:01:11.364" v="917"/>
            <ac:spMkLst>
              <pc:docMk/>
              <pc:sldMasterMk cId="244788612" sldId="2147483661"/>
              <pc:sldLayoutMk cId="1720132273" sldId="2147483672"/>
              <ac:spMk id="3" creationId="{9D82A258-85B0-4848-BB58-29A3FCE9983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69CEC-465B-4ED8-989B-7DF1B29793C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AEC20-3343-4807-A4CC-EE045C4A38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330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92C107-E936-7B68-FCD7-D60B4AA8E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5D9948-25C9-FE3B-A731-8943733E2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AB75B9-7524-4123-EE16-779A14F14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0663-6C19-4035-B8CC-85CDB9327176}" type="datetime1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FAD34C-7DAD-AE10-7EAA-7305E43E1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1331D3-531A-02C0-AD2E-C8FC10649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650A-03C6-4258-A158-30574F77E7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243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00C69-AD29-494D-A463-A40260723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F97B3F-DE83-6DB4-8207-7BB2A911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031700-8431-E82A-DE45-6DC3DF5B6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2E3F1-4921-43A1-B825-09707E4C387C}" type="datetime1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2587A2-E259-1D14-9108-DA0D6D268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8E984A-B94E-5BA6-F7A9-EA9BC609C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650A-03C6-4258-A158-30574F77E7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294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CB012-1FDC-4BA7-E7A9-956381075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BE652E-4274-FD98-6C94-ABC3285BF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1491DD-1878-1AB1-687A-C677EC79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4D1EB-5A82-47FB-9F14-6616F5B442FF}" type="datetime1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71ECA3-F136-F27C-D3EF-98A951068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2C54B2-8572-A40A-1F8C-C6805778A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650A-03C6-4258-A158-30574F77E7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760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5ADFA-D7F2-A699-A0BB-5853058A1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61135-5940-D667-C5C0-148201FE5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4D46D2-E1F2-3A68-2F98-2623E1F53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69E108-2A32-4251-1859-D61F8E309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00AD-BA64-441A-9C00-F9950B0E1F80}" type="datetime1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88F653-79CA-6C43-2B78-87081271A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1A9F3B-BFDB-5471-CA7E-A5E93091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650A-03C6-4258-A158-30574F77E7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936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D7E7B-B325-21EF-7C06-54C172D50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C48A4A-3EF9-E388-32E7-6843B1CAE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E04BAC-D681-7F04-F64F-531A8B20C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643299-9FAD-B486-50C3-7097BD4142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162ADE-6FC6-8530-5A60-922FEDCA5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4619BA-63A4-E14E-01E1-A71CB165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A6F9-1DD8-4AC1-B0B2-20C8E473E0CD}" type="datetime1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552462-22AC-D459-3C9E-B078E9BDB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980DBA-7886-DBB6-5E9E-4BE5C2CB1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650A-03C6-4258-A158-30574F77E7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149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F2DA31-2AB0-6C42-B50F-11F4542A3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4B649A-FFD3-A55A-F178-4F0096F3A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2F35-A6E8-4EA3-B911-119C9E1C0862}" type="datetime1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2E1025-0E5D-7B55-B840-952EA35F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A8B39C-F079-886F-2549-EA268C4F6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650A-03C6-4258-A158-30574F77E7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83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470FF8-B621-F507-6E10-0AEA4AE97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B707E-87B7-4A25-BD39-41B568A0F8D2}" type="datetime1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2CEEA76-1076-F223-B054-F80FE8666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C11225-646B-CCAB-3E99-14094776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650A-03C6-4258-A158-30574F77E7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316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0F3B39-6840-C154-F6AA-A05BC285C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B815E8-F900-5318-13E0-BFB4748A9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4149B5-4E84-6A57-7286-D04455B13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EA6955-F8E4-23E3-FA08-AA32B3E6B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3315-0C03-472F-BC2F-2D684F5346EE}" type="datetime1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E423AD-3050-CDA6-58B3-C80B526A5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030543-976C-F792-DB8C-62B661E83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650A-03C6-4258-A158-30574F77E7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124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8649D-3EDB-E6EC-6AE2-F58BD77E1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B63202E-DC2D-6BFB-B127-9505E1C58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7B8DD0-0140-8056-BA25-12B8ED6EE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A064A5-7222-4FB1-7E1B-A93A5B42F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2F6C1-3EF6-4E1E-AAD7-29DC5E626FC7}" type="datetime1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A90224-322E-ABD9-A32E-B55427D78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B8F2F0-70CC-0206-D188-EBE764F91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650A-03C6-4258-A158-30574F77E7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700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EAAEDA-C620-FC18-4B3C-675BA392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44A5CF-6ED8-96AA-A4D5-799FA6DB9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A88759-0154-0C45-ACAC-302B4532C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2D584-2906-4570-8E6C-28430FBF9D05}" type="datetime1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8A743B-78AE-43BA-F35F-55B1A1843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A59313-60A1-F1C2-A031-721B5CD28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650A-03C6-4258-A158-30574F77E7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740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9CBA64D-0008-B66C-631B-12F861702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566CC0-8A48-9524-62CE-9DB5ABE73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7658EC-ABC9-509D-9B39-D81A39971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91615-0CD6-4956-BF4E-C6E571317887}" type="datetime1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5547B7-7006-73B6-E58D-8D5B8C076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C435DC-BEAD-E42C-D307-A8A38D983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650A-03C6-4258-A158-30574F77E7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507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9F348-3D23-D32A-3D6A-6598FE965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1E1E274-67C9-5FCF-5F85-11FA52365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181F-9CDB-4F7E-B5D0-A19F1C017956}" type="datetime1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9E95DE-3F4E-CD47-8C59-7171FFE44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91C66D-D581-85C9-412B-5E855969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E650A-03C6-4258-A158-30574F77E7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374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83C70BA-554A-8BF6-99A8-3C0F45754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3" y="365126"/>
            <a:ext cx="11157627" cy="802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A1D3B7-2F82-6875-73BB-08D6A1B2F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023" y="1371602"/>
            <a:ext cx="11157627" cy="4893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5DA387-8E47-FB44-88A1-46ED48B25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2E181F-9CDB-4F7E-B5D0-A19F1C017956}" type="datetime1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A2522F-D880-9D32-3CAD-CFFCFE873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08DE1A-2846-B027-C820-CA5003DC3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0258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8E650A-03C6-4258-A158-30574F77E77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9856EA-352D-0699-50B8-805469AE6D44}"/>
              </a:ext>
            </a:extLst>
          </p:cNvPr>
          <p:cNvSpPr txBox="1"/>
          <p:nvPr userDrawn="1"/>
        </p:nvSpPr>
        <p:spPr>
          <a:xfrm>
            <a:off x="8330932" y="2"/>
            <a:ext cx="3361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spc="-150" dirty="0"/>
              <a:t>『</a:t>
            </a:r>
            <a:r>
              <a:rPr lang="en-US" altLang="ko-KR" sz="1400" b="1" spc="-150" dirty="0" err="1"/>
              <a:t>FuriosaAI</a:t>
            </a:r>
            <a:r>
              <a:rPr lang="en-US" altLang="ko-KR" sz="1400" b="1" spc="-150" dirty="0"/>
              <a:t> NPU</a:t>
            </a:r>
            <a:r>
              <a:rPr lang="ko-KR" altLang="en-US" sz="1400" b="1" spc="-150" dirty="0"/>
              <a:t>로 끝내는 </a:t>
            </a:r>
            <a:r>
              <a:rPr lang="ko-KR" altLang="en-US" sz="1400" b="1" spc="-150" dirty="0" err="1"/>
              <a:t>멀티모달</a:t>
            </a:r>
            <a:r>
              <a:rPr lang="ko-KR" altLang="en-US" sz="1400" b="1" spc="-150" dirty="0"/>
              <a:t> 프로젝트</a:t>
            </a:r>
            <a:r>
              <a:rPr lang="en-US" altLang="ko-KR" sz="1400" b="1" spc="-150" dirty="0"/>
              <a:t>』</a:t>
            </a:r>
            <a:endParaRPr lang="ko-KR" altLang="en-US" sz="1400" b="1" spc="-150" dirty="0"/>
          </a:p>
        </p:txBody>
      </p:sp>
    </p:spTree>
    <p:extLst>
      <p:ext uri="{BB962C8B-B14F-4D97-AF65-F5344CB8AC3E}">
        <p14:creationId xmlns:p14="http://schemas.microsoft.com/office/powerpoint/2010/main" val="83981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E2162F-A6DC-4F3F-844D-09D32B12B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55D471E-755C-A9E6-6A33-0F9C8F160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altLang="ko-KR" sz="7400" dirty="0" err="1"/>
              <a:t>FuriosaAI</a:t>
            </a:r>
            <a:r>
              <a:rPr lang="ko-KR" altLang="en-US" sz="7400" dirty="0"/>
              <a:t> </a:t>
            </a:r>
            <a:r>
              <a:rPr lang="en-US" altLang="ko-KR" sz="7400" dirty="0"/>
              <a:t>NPU</a:t>
            </a:r>
            <a:r>
              <a:rPr lang="ko-KR" altLang="en-US" sz="7400" dirty="0"/>
              <a:t>기반</a:t>
            </a:r>
            <a:r>
              <a:rPr lang="en-US" altLang="ko-KR" sz="7400" dirty="0"/>
              <a:t>….</a:t>
            </a:r>
            <a:r>
              <a:rPr lang="ko-KR" altLang="en-US" sz="7400" dirty="0"/>
              <a:t> </a:t>
            </a:r>
            <a:br>
              <a:rPr lang="en-US" altLang="ko-KR" sz="7400" dirty="0"/>
            </a:br>
            <a:r>
              <a:rPr lang="en-US" altLang="ko-KR" sz="7400" dirty="0"/>
              <a:t>OOOOOOO </a:t>
            </a:r>
            <a:endParaRPr lang="ko-KR" altLang="en-US" sz="7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80F5DC-DBEB-6700-C3BE-2A09C6ED5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8" y="4619628"/>
            <a:ext cx="3946779" cy="1038225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ko-KR" altLang="en-US" sz="2200" dirty="0"/>
              <a:t>홍길동</a:t>
            </a:r>
            <a:endParaRPr lang="en-US" altLang="ko-KR" sz="2200" dirty="0"/>
          </a:p>
          <a:p>
            <a:pPr algn="r"/>
            <a:r>
              <a:rPr lang="ko-KR" altLang="en-US" sz="2200" dirty="0"/>
              <a:t>소속이 있으면 </a:t>
            </a:r>
            <a:r>
              <a:rPr lang="en-US" altLang="ko-KR" sz="2200" dirty="0"/>
              <a:t>OOOOOOO</a:t>
            </a:r>
          </a:p>
          <a:p>
            <a:pPr algn="r"/>
            <a:r>
              <a:rPr lang="en-US" altLang="ko-KR" sz="2200" dirty="0"/>
              <a:t>2026</a:t>
            </a:r>
            <a:r>
              <a:rPr lang="ko-KR" altLang="en-US" sz="2200" dirty="0"/>
              <a:t>년 </a:t>
            </a:r>
            <a:r>
              <a:rPr lang="en-US" altLang="ko-KR" sz="2200" dirty="0"/>
              <a:t>8</a:t>
            </a:r>
            <a:r>
              <a:rPr lang="ko-KR" altLang="en-US" sz="2200" dirty="0"/>
              <a:t>월 </a:t>
            </a:r>
            <a:r>
              <a:rPr lang="en-US" altLang="ko-KR" sz="2200" dirty="0"/>
              <a:t>14</a:t>
            </a:r>
            <a:r>
              <a:rPr lang="ko-KR" altLang="en-US" sz="2200" dirty="0"/>
              <a:t>일</a:t>
            </a:r>
            <a:endParaRPr lang="en-US" altLang="ko-KR" sz="2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43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2347FB6-90C6-F72B-EC63-4CB706ACE0F6}"/>
              </a:ext>
            </a:extLst>
          </p:cNvPr>
          <p:cNvGrpSpPr/>
          <p:nvPr/>
        </p:nvGrpSpPr>
        <p:grpSpPr>
          <a:xfrm>
            <a:off x="737753" y="281471"/>
            <a:ext cx="3861960" cy="402173"/>
            <a:chOff x="737753" y="281471"/>
            <a:chExt cx="3861960" cy="40217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A19ED2-F423-F35D-97E6-3F94C4F935B5}"/>
                </a:ext>
              </a:extLst>
            </p:cNvPr>
            <p:cNvSpPr txBox="1"/>
            <p:nvPr/>
          </p:nvSpPr>
          <p:spPr>
            <a:xfrm>
              <a:off x="737753" y="281471"/>
              <a:ext cx="36535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2026 </a:t>
              </a:r>
              <a:r>
                <a:rPr lang="ko-KR" altLang="en-US" b="1" dirty="0"/>
                <a:t>한양대학교 산업</a:t>
              </a:r>
              <a:r>
                <a:rPr lang="en-US" altLang="ko-KR" b="1" dirty="0"/>
                <a:t>AI</a:t>
              </a:r>
              <a:r>
                <a:rPr lang="ko-KR" altLang="en-US" b="1" dirty="0"/>
                <a:t>부트캠프</a:t>
              </a:r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D2EDD87F-4A30-9229-2202-3A39A96461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772" y="657833"/>
              <a:ext cx="669941" cy="493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FB32DAD-789A-E82C-46AC-24D462F88240}"/>
                </a:ext>
              </a:extLst>
            </p:cNvPr>
            <p:cNvSpPr/>
            <p:nvPr/>
          </p:nvSpPr>
          <p:spPr>
            <a:xfrm>
              <a:off x="787976" y="628047"/>
              <a:ext cx="3528000" cy="5559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11968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818E3-3F2B-AD04-9D3B-24321F67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2" y="136525"/>
            <a:ext cx="11156950" cy="801688"/>
          </a:xfrm>
        </p:spPr>
        <p:txBody>
          <a:bodyPr>
            <a:noAutofit/>
          </a:bodyPr>
          <a:lstStyle/>
          <a:p>
            <a:r>
              <a:rPr lang="ko-KR" altLang="en-US" sz="2400" dirty="0"/>
              <a:t>기록 중심으로 보고서를 작성합니다 </a:t>
            </a:r>
            <a:r>
              <a:rPr lang="en-US" altLang="ko-KR" sz="2400" dirty="0"/>
              <a:t>(</a:t>
            </a:r>
            <a:r>
              <a:rPr lang="ko-KR" altLang="en-US" sz="2400" dirty="0"/>
              <a:t>작성시 유의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FD0B23-46B3-2418-5D56-0B8A2D2F6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0258" y="6356352"/>
            <a:ext cx="2743200" cy="365125"/>
          </a:xfrm>
        </p:spPr>
        <p:txBody>
          <a:bodyPr/>
          <a:lstStyle/>
          <a:p>
            <a:fld id="{C88E650A-03C6-4258-A158-30574F77E77A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0EAFA2F1-94FA-CAE2-CFD0-B3A23DE4E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2" y="709794"/>
            <a:ext cx="10669307" cy="6724890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ko-KR" sz="1600" spc="-150" dirty="0"/>
              <a:t>NPU </a:t>
            </a:r>
            <a:r>
              <a:rPr lang="ko-KR" altLang="en-US" sz="1600" spc="-150" dirty="0"/>
              <a:t>특징 및 원리</a:t>
            </a:r>
            <a:endParaRPr lang="en-US" altLang="ko-KR" sz="1600" spc="-150" dirty="0"/>
          </a:p>
          <a:p>
            <a:pPr lvl="1">
              <a:lnSpc>
                <a:spcPct val="110000"/>
              </a:lnSpc>
            </a:pPr>
            <a:r>
              <a:rPr lang="en-US" altLang="ko-KR" sz="1400" spc="-150" dirty="0"/>
              <a:t>CPU·GPU·NPU  </a:t>
            </a:r>
            <a:r>
              <a:rPr lang="ko-KR" altLang="en-US" sz="1400" spc="-150" dirty="0"/>
              <a:t>아키텍처</a:t>
            </a:r>
            <a:endParaRPr lang="en-US" altLang="ko-KR" sz="1400" spc="-150" dirty="0"/>
          </a:p>
          <a:p>
            <a:pPr lvl="1">
              <a:lnSpc>
                <a:spcPct val="110000"/>
              </a:lnSpc>
            </a:pPr>
            <a:r>
              <a:rPr lang="en-US" altLang="ko-KR" sz="1400" spc="-150" dirty="0"/>
              <a:t>AI </a:t>
            </a:r>
            <a:r>
              <a:rPr lang="ko-KR" altLang="en-US" sz="1400" spc="-150" dirty="0"/>
              <a:t>추론 가속기의 필요성</a:t>
            </a:r>
            <a:r>
              <a:rPr lang="en-US" altLang="ko-KR" sz="1400" spc="-150" dirty="0"/>
              <a:t>, </a:t>
            </a:r>
            <a:r>
              <a:rPr lang="ko-KR" altLang="en-US" sz="1400" spc="-150" dirty="0"/>
              <a:t>산업 추이</a:t>
            </a:r>
            <a:r>
              <a:rPr lang="en-US" altLang="ko-KR" sz="1400" spc="-150" dirty="0"/>
              <a:t>/</a:t>
            </a:r>
            <a:r>
              <a:rPr lang="ko-KR" altLang="en-US" sz="1400" spc="-150" dirty="0"/>
              <a:t>사례</a:t>
            </a:r>
            <a:endParaRPr lang="en-US" altLang="ko-KR" sz="1400" spc="-150" dirty="0"/>
          </a:p>
          <a:p>
            <a:pPr>
              <a:lnSpc>
                <a:spcPct val="110000"/>
              </a:lnSpc>
            </a:pPr>
            <a:r>
              <a:rPr lang="ko-KR" altLang="en-US" sz="1600" spc="-150" dirty="0"/>
              <a:t>미니프로젝트 선정 또는</a:t>
            </a:r>
            <a:r>
              <a:rPr lang="en-US" altLang="ko-KR" sz="1600" spc="-150" dirty="0"/>
              <a:t> </a:t>
            </a:r>
            <a:r>
              <a:rPr lang="ko-KR" altLang="en-US" sz="1600" spc="-150" dirty="0"/>
              <a:t>적용 </a:t>
            </a:r>
            <a:r>
              <a:rPr lang="en-US" altLang="ko-KR" sz="1600" spc="-150" dirty="0"/>
              <a:t>AI </a:t>
            </a:r>
            <a:r>
              <a:rPr lang="ko-KR" altLang="en-US" sz="1600" spc="-150" dirty="0"/>
              <a:t>서비스 소개</a:t>
            </a:r>
            <a:r>
              <a:rPr lang="en-US" altLang="ko-KR" sz="1600" spc="-150" dirty="0">
                <a:solidFill>
                  <a:srgbClr val="0070C0"/>
                </a:solidFill>
              </a:rPr>
              <a:t>(</a:t>
            </a:r>
            <a:r>
              <a:rPr lang="ko-KR" altLang="en-US" sz="1600" spc="-150" dirty="0">
                <a:solidFill>
                  <a:srgbClr val="0070C0"/>
                </a:solidFill>
              </a:rPr>
              <a:t>권장된 샘플 프로젝트</a:t>
            </a:r>
            <a:r>
              <a:rPr lang="en-US" altLang="ko-KR" sz="1600" spc="-150" dirty="0">
                <a:solidFill>
                  <a:srgbClr val="0070C0"/>
                </a:solidFill>
              </a:rPr>
              <a:t>/</a:t>
            </a:r>
            <a:r>
              <a:rPr lang="ko-KR" altLang="en-US" sz="1600" spc="-150" dirty="0">
                <a:solidFill>
                  <a:srgbClr val="0070C0"/>
                </a:solidFill>
              </a:rPr>
              <a:t>모델 확인하고 결정하기</a:t>
            </a:r>
            <a:r>
              <a:rPr lang="en-US" altLang="ko-KR" sz="1600" spc="-150" dirty="0">
                <a:solidFill>
                  <a:srgbClr val="0070C0"/>
                </a:solidFill>
              </a:rPr>
              <a:t>)</a:t>
            </a:r>
            <a:r>
              <a:rPr lang="ko-KR" altLang="en-US" sz="1600" spc="-150" dirty="0">
                <a:solidFill>
                  <a:srgbClr val="0070C0"/>
                </a:solidFill>
              </a:rPr>
              <a:t> </a:t>
            </a:r>
            <a:endParaRPr lang="en-US" altLang="ko-KR" sz="1600" spc="-150" dirty="0">
              <a:solidFill>
                <a:srgbClr val="0070C0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ko-KR" sz="1400" spc="-150" dirty="0"/>
              <a:t>AI </a:t>
            </a:r>
            <a:r>
              <a:rPr lang="ko-KR" altLang="en-US" sz="1400" spc="-150" dirty="0"/>
              <a:t>서비스 내용 및 주요 기능</a:t>
            </a:r>
            <a:r>
              <a:rPr lang="en-US" altLang="ko-KR" sz="1400" spc="-150" dirty="0">
                <a:solidFill>
                  <a:srgbClr val="0070C0"/>
                </a:solidFill>
              </a:rPr>
              <a:t>(</a:t>
            </a:r>
            <a:r>
              <a:rPr lang="ko-KR" altLang="en-US" sz="1400" spc="-150" dirty="0">
                <a:solidFill>
                  <a:srgbClr val="0070C0"/>
                </a:solidFill>
              </a:rPr>
              <a:t>예</a:t>
            </a:r>
            <a:r>
              <a:rPr lang="en-US" altLang="ko-KR" sz="1400" spc="-150" dirty="0">
                <a:solidFill>
                  <a:srgbClr val="0070C0"/>
                </a:solidFill>
              </a:rPr>
              <a:t>: </a:t>
            </a:r>
            <a:r>
              <a:rPr lang="ko-KR" altLang="en-US" sz="1400" spc="-150" dirty="0" err="1">
                <a:solidFill>
                  <a:srgbClr val="0070C0"/>
                </a:solidFill>
              </a:rPr>
              <a:t>챗봇</a:t>
            </a:r>
            <a:r>
              <a:rPr lang="ko-KR" altLang="en-US" sz="1400" spc="-150" dirty="0">
                <a:solidFill>
                  <a:srgbClr val="0070C0"/>
                </a:solidFill>
              </a:rPr>
              <a:t> 기능</a:t>
            </a:r>
            <a:r>
              <a:rPr lang="en-US" altLang="ko-KR" sz="1400" spc="-150" dirty="0">
                <a:solidFill>
                  <a:srgbClr val="0070C0"/>
                </a:solidFill>
              </a:rPr>
              <a:t>(LLM), </a:t>
            </a:r>
            <a:r>
              <a:rPr lang="ko-KR" altLang="en-US" sz="1400" spc="-150" dirty="0">
                <a:solidFill>
                  <a:srgbClr val="0070C0"/>
                </a:solidFill>
              </a:rPr>
              <a:t>이미지 분석</a:t>
            </a:r>
            <a:r>
              <a:rPr lang="en-US" altLang="ko-KR" sz="1400" spc="-150" dirty="0">
                <a:solidFill>
                  <a:srgbClr val="0070C0"/>
                </a:solidFill>
              </a:rPr>
              <a:t>(LVM), </a:t>
            </a:r>
            <a:r>
              <a:rPr lang="en-US" altLang="ko-KR" sz="1400" spc="-150" dirty="0" err="1">
                <a:solidFill>
                  <a:srgbClr val="0070C0"/>
                </a:solidFill>
              </a:rPr>
              <a:t>QnA</a:t>
            </a:r>
            <a:r>
              <a:rPr lang="en-US" altLang="ko-KR" sz="1400" spc="-150" dirty="0">
                <a:solidFill>
                  <a:srgbClr val="0070C0"/>
                </a:solidFill>
              </a:rPr>
              <a:t>(RAG)</a:t>
            </a:r>
          </a:p>
          <a:p>
            <a:pPr lvl="1">
              <a:lnSpc>
                <a:spcPct val="110000"/>
              </a:lnSpc>
            </a:pPr>
            <a:r>
              <a:rPr lang="ko-KR" altLang="en-US" sz="1400" spc="-150" dirty="0"/>
              <a:t>사용한 모델</a:t>
            </a:r>
            <a:r>
              <a:rPr lang="en-US" altLang="ko-KR" sz="1400" spc="-150" dirty="0"/>
              <a:t>, </a:t>
            </a:r>
            <a:r>
              <a:rPr lang="ko-KR" altLang="en-US" sz="1400" spc="-150" dirty="0"/>
              <a:t>출처 및</a:t>
            </a:r>
            <a:r>
              <a:rPr lang="en-US" altLang="ko-KR" sz="1400" spc="-150" dirty="0"/>
              <a:t> </a:t>
            </a:r>
            <a:r>
              <a:rPr lang="ko-KR" altLang="en-US" sz="1400" spc="-150" dirty="0"/>
              <a:t>데이터 등 설명</a:t>
            </a:r>
            <a:r>
              <a:rPr lang="en-US" altLang="ko-KR" sz="1400" spc="-150" dirty="0">
                <a:solidFill>
                  <a:srgbClr val="0070C0"/>
                </a:solidFill>
              </a:rPr>
              <a:t>(</a:t>
            </a:r>
            <a:r>
              <a:rPr lang="ko-KR" altLang="en-US" sz="1400" spc="-150" dirty="0">
                <a:solidFill>
                  <a:srgbClr val="0070C0"/>
                </a:solidFill>
              </a:rPr>
              <a:t>예</a:t>
            </a:r>
            <a:r>
              <a:rPr lang="en-US" altLang="ko-KR" sz="1400" spc="-150" dirty="0">
                <a:solidFill>
                  <a:srgbClr val="0070C0"/>
                </a:solidFill>
              </a:rPr>
              <a:t>:Hugging Face, </a:t>
            </a:r>
            <a:r>
              <a:rPr lang="en-US" altLang="ko-KR" sz="1400" spc="-150" dirty="0" err="1">
                <a:solidFill>
                  <a:srgbClr val="0070C0"/>
                </a:solidFill>
              </a:rPr>
              <a:t>FuriosaAI</a:t>
            </a:r>
            <a:r>
              <a:rPr lang="en-US" altLang="ko-KR" sz="1400" spc="-150" dirty="0">
                <a:solidFill>
                  <a:srgbClr val="0070C0"/>
                </a:solidFill>
              </a:rPr>
              <a:t>, </a:t>
            </a:r>
            <a:r>
              <a:rPr lang="en-US" altLang="ko-KR" sz="1400" spc="-150" dirty="0" err="1">
                <a:solidFill>
                  <a:srgbClr val="0070C0"/>
                </a:solidFill>
              </a:rPr>
              <a:t>Geminai</a:t>
            </a:r>
            <a:r>
              <a:rPr lang="en-US" altLang="ko-KR" sz="1400" spc="-150" dirty="0">
                <a:solidFill>
                  <a:srgbClr val="0070C0"/>
                </a:solidFill>
              </a:rPr>
              <a:t>,…..</a:t>
            </a:r>
            <a:r>
              <a:rPr lang="ko-KR" altLang="en-US" sz="1400" spc="-150" dirty="0">
                <a:solidFill>
                  <a:srgbClr val="0070C0"/>
                </a:solidFill>
              </a:rPr>
              <a:t>등등</a:t>
            </a:r>
            <a:r>
              <a:rPr lang="en-US" altLang="ko-KR" sz="1400" spc="-150" dirty="0">
                <a:solidFill>
                  <a:srgbClr val="0070C0"/>
                </a:solidFill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ko-KR" sz="1600" spc="-150" dirty="0" err="1"/>
              <a:t>FuriosaAI</a:t>
            </a:r>
            <a:r>
              <a:rPr lang="en-US" altLang="ko-KR" sz="1600" spc="-150" dirty="0"/>
              <a:t> NPU</a:t>
            </a:r>
            <a:r>
              <a:rPr lang="ko-KR" altLang="en-US" sz="1600" spc="-150" dirty="0"/>
              <a:t> 기반 </a:t>
            </a:r>
            <a:r>
              <a:rPr lang="en-US" altLang="ko-KR" sz="1600" spc="-150" dirty="0"/>
              <a:t>AI </a:t>
            </a:r>
            <a:r>
              <a:rPr lang="ko-KR" altLang="en-US" sz="1600" spc="-150" dirty="0"/>
              <a:t>서비스 구축 과정</a:t>
            </a:r>
            <a:endParaRPr lang="en-US" altLang="ko-KR" sz="1600" spc="-150" dirty="0"/>
          </a:p>
          <a:p>
            <a:pPr lvl="1">
              <a:lnSpc>
                <a:spcPct val="110000"/>
              </a:lnSpc>
            </a:pPr>
            <a:r>
              <a:rPr lang="en-US" altLang="ko-KR" sz="1400" spc="-150" dirty="0"/>
              <a:t>AI </a:t>
            </a:r>
            <a:r>
              <a:rPr lang="ko-KR" altLang="en-US" sz="1400" spc="-150" dirty="0"/>
              <a:t>서비스 구축</a:t>
            </a:r>
            <a:r>
              <a:rPr lang="en-US" altLang="ko-KR" sz="1400" spc="-150" dirty="0"/>
              <a:t>, </a:t>
            </a:r>
            <a:r>
              <a:rPr lang="ko-KR" altLang="en-US" sz="1400" spc="-150" dirty="0"/>
              <a:t>배포</a:t>
            </a:r>
            <a:r>
              <a:rPr lang="en-US" altLang="ko-KR" sz="1400" spc="-150" dirty="0"/>
              <a:t>, </a:t>
            </a:r>
            <a:r>
              <a:rPr lang="ko-KR" altLang="en-US" sz="1400" spc="-150" dirty="0"/>
              <a:t>추론 등등 전체 시스템 </a:t>
            </a:r>
            <a:r>
              <a:rPr lang="ko-KR" altLang="en-US" sz="1400" spc="-150" dirty="0" err="1"/>
              <a:t>아키텍쳐</a:t>
            </a:r>
            <a:r>
              <a:rPr lang="en-US" altLang="ko-KR" sz="1400" spc="-150" dirty="0"/>
              <a:t>(</a:t>
            </a:r>
            <a:r>
              <a:rPr lang="ko-KR" altLang="en-US" sz="1400" spc="-150" dirty="0"/>
              <a:t>파이프라인</a:t>
            </a:r>
            <a:r>
              <a:rPr lang="en-US" altLang="ko-KR" sz="1400" spc="-150" dirty="0"/>
              <a:t>)</a:t>
            </a:r>
            <a:r>
              <a:rPr lang="ko-KR" altLang="en-US" sz="1400" spc="-150" dirty="0"/>
              <a:t> 도식화</a:t>
            </a:r>
            <a:endParaRPr lang="en-US" altLang="ko-KR" sz="1400" spc="-150" dirty="0"/>
          </a:p>
          <a:p>
            <a:pPr lvl="1">
              <a:lnSpc>
                <a:spcPct val="110000"/>
              </a:lnSpc>
            </a:pPr>
            <a:r>
              <a:rPr lang="en-US" altLang="ko-KR" sz="1400" spc="-150" dirty="0"/>
              <a:t>Furiosa NPU</a:t>
            </a:r>
            <a:r>
              <a:rPr lang="ko-KR" altLang="en-US" sz="1400" spc="-150" dirty="0"/>
              <a:t> </a:t>
            </a:r>
            <a:r>
              <a:rPr lang="en-US" altLang="ko-KR" sz="1400" spc="-150" dirty="0"/>
              <a:t>API </a:t>
            </a:r>
            <a:r>
              <a:rPr lang="ko-KR" altLang="en-US" sz="1400" spc="-150" dirty="0"/>
              <a:t>서비스</a:t>
            </a:r>
            <a:r>
              <a:rPr lang="en-US" altLang="ko-KR" sz="1400" spc="-150" dirty="0"/>
              <a:t>/ </a:t>
            </a:r>
            <a:r>
              <a:rPr lang="ko-KR" altLang="en-US" sz="1400" spc="-150" dirty="0"/>
              <a:t>외부 </a:t>
            </a:r>
            <a:r>
              <a:rPr lang="en-US" altLang="ko-KR" sz="1400" spc="-150" dirty="0"/>
              <a:t>AI API</a:t>
            </a:r>
            <a:r>
              <a:rPr lang="ko-KR" altLang="en-US" sz="1400" spc="-150" dirty="0"/>
              <a:t> 서비스 </a:t>
            </a:r>
            <a:r>
              <a:rPr lang="en-US" altLang="ko-KR" sz="1200" spc="-150" dirty="0">
                <a:solidFill>
                  <a:srgbClr val="0070C0"/>
                </a:solidFill>
              </a:rPr>
              <a:t>(</a:t>
            </a:r>
            <a:r>
              <a:rPr lang="ko-KR" altLang="en-US" sz="1200" spc="-150" dirty="0">
                <a:solidFill>
                  <a:srgbClr val="0070C0"/>
                </a:solidFill>
              </a:rPr>
              <a:t>내용 설명하고 실습과정을 재생가능한 동영상으로 캡쳐</a:t>
            </a:r>
            <a:r>
              <a:rPr lang="en-US" altLang="ko-KR" sz="1200" spc="-150" dirty="0">
                <a:solidFill>
                  <a:srgbClr val="0070C0"/>
                </a:solidFill>
              </a:rPr>
              <a:t>,</a:t>
            </a:r>
            <a:r>
              <a:rPr lang="ko-KR" altLang="en-US" sz="1200" spc="-150" dirty="0">
                <a:solidFill>
                  <a:srgbClr val="0070C0"/>
                </a:solidFill>
              </a:rPr>
              <a:t> 삽입</a:t>
            </a:r>
            <a:r>
              <a:rPr lang="en-US" altLang="ko-KR" sz="1200" spc="-150" dirty="0">
                <a:solidFill>
                  <a:srgbClr val="0070C0"/>
                </a:solidFill>
              </a:rPr>
              <a:t>)</a:t>
            </a:r>
          </a:p>
          <a:p>
            <a:pPr lvl="1">
              <a:lnSpc>
                <a:spcPct val="110000"/>
              </a:lnSpc>
            </a:pPr>
            <a:r>
              <a:rPr lang="en-US" altLang="ko-KR" sz="1400" spc="-150" dirty="0"/>
              <a:t>NPU API end-point</a:t>
            </a:r>
            <a:r>
              <a:rPr lang="ko-KR" altLang="en-US" sz="1400" spc="-150" dirty="0"/>
              <a:t> 사용한 </a:t>
            </a:r>
            <a:r>
              <a:rPr lang="en-US" altLang="ko-KR" sz="1400" spc="-150" dirty="0"/>
              <a:t>LLM, LVM </a:t>
            </a:r>
            <a:r>
              <a:rPr lang="ko-KR" altLang="en-US" sz="1400" spc="-150" dirty="0"/>
              <a:t>등의 모델 테스트 </a:t>
            </a:r>
            <a:r>
              <a:rPr lang="en-US" altLang="ko-KR" sz="1200" spc="-150" dirty="0">
                <a:solidFill>
                  <a:srgbClr val="0070C0"/>
                </a:solidFill>
              </a:rPr>
              <a:t>(</a:t>
            </a:r>
            <a:r>
              <a:rPr lang="ko-KR" altLang="en-US" sz="1200" spc="-150" dirty="0">
                <a:solidFill>
                  <a:srgbClr val="0070C0"/>
                </a:solidFill>
              </a:rPr>
              <a:t>진행과정 설명하고 실습과정을 재생 가능한 동영상으로 캡쳐</a:t>
            </a:r>
            <a:r>
              <a:rPr lang="en-US" altLang="ko-KR" sz="1200" spc="-150" dirty="0">
                <a:solidFill>
                  <a:srgbClr val="0070C0"/>
                </a:solidFill>
              </a:rPr>
              <a:t>,</a:t>
            </a:r>
            <a:r>
              <a:rPr lang="ko-KR" altLang="en-US" sz="1200" spc="-150" dirty="0">
                <a:solidFill>
                  <a:srgbClr val="0070C0"/>
                </a:solidFill>
              </a:rPr>
              <a:t> 삽입</a:t>
            </a:r>
            <a:r>
              <a:rPr lang="en-US" altLang="ko-KR" sz="1200" spc="-150" dirty="0">
                <a:solidFill>
                  <a:srgbClr val="0070C0"/>
                </a:solidFill>
              </a:rPr>
              <a:t>)</a:t>
            </a:r>
          </a:p>
          <a:p>
            <a:pPr lvl="1">
              <a:lnSpc>
                <a:spcPct val="110000"/>
              </a:lnSpc>
            </a:pPr>
            <a:r>
              <a:rPr lang="en-US" altLang="ko-KR" sz="1400" spc="-150" dirty="0"/>
              <a:t>Front-end/Back-end/DB </a:t>
            </a:r>
            <a:r>
              <a:rPr lang="ko-KR" altLang="en-US" sz="1400" spc="-150" dirty="0"/>
              <a:t>활용위한 개발환경 구축</a:t>
            </a:r>
            <a:r>
              <a:rPr lang="en-US" altLang="ko-KR" sz="1400" spc="-150" dirty="0">
                <a:solidFill>
                  <a:srgbClr val="0070C0"/>
                </a:solidFill>
              </a:rPr>
              <a:t>(</a:t>
            </a:r>
            <a:r>
              <a:rPr lang="ko-KR" altLang="en-US" sz="1400" spc="-150" dirty="0">
                <a:solidFill>
                  <a:srgbClr val="0070C0"/>
                </a:solidFill>
              </a:rPr>
              <a:t>진행과정 설명하고 실습과정을 재생 가능한 동영상으로 캡쳐</a:t>
            </a:r>
            <a:r>
              <a:rPr lang="en-US" altLang="ko-KR" sz="1400" spc="-150" dirty="0">
                <a:solidFill>
                  <a:srgbClr val="0070C0"/>
                </a:solidFill>
              </a:rPr>
              <a:t>,</a:t>
            </a:r>
            <a:r>
              <a:rPr lang="ko-KR" altLang="en-US" sz="1400" spc="-150" dirty="0">
                <a:solidFill>
                  <a:srgbClr val="0070C0"/>
                </a:solidFill>
              </a:rPr>
              <a:t> 삽입</a:t>
            </a:r>
            <a:r>
              <a:rPr lang="en-US" altLang="ko-KR" sz="1400" spc="-150" dirty="0">
                <a:solidFill>
                  <a:srgbClr val="0070C0"/>
                </a:solidFill>
              </a:rPr>
              <a:t>)</a:t>
            </a:r>
          </a:p>
          <a:p>
            <a:pPr lvl="2">
              <a:lnSpc>
                <a:spcPct val="110000"/>
              </a:lnSpc>
            </a:pPr>
            <a:r>
              <a:rPr lang="ko-KR" altLang="en-US" sz="1200" spc="-150" dirty="0"/>
              <a:t>각각 개발을 위해 사용한 </a:t>
            </a:r>
            <a:r>
              <a:rPr lang="en-US" altLang="ko-KR" sz="1200" spc="-150" dirty="0"/>
              <a:t>SW</a:t>
            </a:r>
          </a:p>
          <a:p>
            <a:pPr lvl="1">
              <a:lnSpc>
                <a:spcPct val="110000"/>
              </a:lnSpc>
            </a:pPr>
            <a:r>
              <a:rPr lang="en-US" altLang="ko-KR" sz="1400" spc="-150" dirty="0" err="1"/>
              <a:t>FuriosaAI</a:t>
            </a:r>
            <a:r>
              <a:rPr lang="en-US" altLang="ko-KR" sz="1400" spc="-150" dirty="0"/>
              <a:t> SDK </a:t>
            </a:r>
            <a:r>
              <a:rPr lang="ko-KR" altLang="en-US" sz="1400" spc="-150" dirty="0"/>
              <a:t>기능별 수행</a:t>
            </a:r>
            <a:r>
              <a:rPr lang="en-US" altLang="ko-KR" sz="1400" spc="-150" dirty="0">
                <a:solidFill>
                  <a:srgbClr val="0070C0"/>
                </a:solidFill>
              </a:rPr>
              <a:t>(</a:t>
            </a:r>
            <a:r>
              <a:rPr lang="ko-KR" altLang="en-US" sz="1400" spc="-150" dirty="0">
                <a:solidFill>
                  <a:srgbClr val="0070C0"/>
                </a:solidFill>
              </a:rPr>
              <a:t>진행과정 설명하고 실습과정을 재생 가능한 동영상으로 캡쳐</a:t>
            </a:r>
            <a:r>
              <a:rPr lang="en-US" altLang="ko-KR" sz="1400" spc="-150" dirty="0">
                <a:solidFill>
                  <a:srgbClr val="0070C0"/>
                </a:solidFill>
              </a:rPr>
              <a:t>,</a:t>
            </a:r>
            <a:r>
              <a:rPr lang="ko-KR" altLang="en-US" sz="1400" spc="-150" dirty="0">
                <a:solidFill>
                  <a:srgbClr val="0070C0"/>
                </a:solidFill>
              </a:rPr>
              <a:t> 삽입</a:t>
            </a:r>
            <a:r>
              <a:rPr lang="en-US" altLang="ko-KR" sz="1400" spc="-150" dirty="0">
                <a:solidFill>
                  <a:srgbClr val="0070C0"/>
                </a:solidFill>
              </a:rPr>
              <a:t>)</a:t>
            </a:r>
          </a:p>
          <a:p>
            <a:pPr lvl="1">
              <a:lnSpc>
                <a:spcPct val="110000"/>
              </a:lnSpc>
            </a:pPr>
            <a:r>
              <a:rPr lang="en-US" altLang="ko-KR" sz="1400" spc="-150" dirty="0"/>
              <a:t>NPU Pod  </a:t>
            </a:r>
            <a:r>
              <a:rPr lang="ko-KR" altLang="en-US" sz="1400" spc="-150" dirty="0"/>
              <a:t>환경에서 </a:t>
            </a:r>
            <a:r>
              <a:rPr lang="en-US" altLang="ko-KR" sz="1400" spc="-150" dirty="0"/>
              <a:t>AI</a:t>
            </a:r>
            <a:r>
              <a:rPr lang="ko-KR" altLang="en-US" sz="1400" spc="-150" dirty="0"/>
              <a:t>모델 서버 구축</a:t>
            </a:r>
            <a:r>
              <a:rPr lang="en-US" altLang="ko-KR" sz="1400" spc="-150" dirty="0">
                <a:solidFill>
                  <a:srgbClr val="0070C0"/>
                </a:solidFill>
              </a:rPr>
              <a:t>(</a:t>
            </a:r>
            <a:r>
              <a:rPr lang="ko-KR" altLang="en-US" sz="1400" spc="-150" dirty="0">
                <a:solidFill>
                  <a:srgbClr val="0070C0"/>
                </a:solidFill>
              </a:rPr>
              <a:t>진행과정 설명하고 실습과정을 재생 가능한 동영상으로 캡쳐</a:t>
            </a:r>
            <a:r>
              <a:rPr lang="en-US" altLang="ko-KR" sz="1400" spc="-150" dirty="0">
                <a:solidFill>
                  <a:srgbClr val="0070C0"/>
                </a:solidFill>
              </a:rPr>
              <a:t>,</a:t>
            </a:r>
            <a:r>
              <a:rPr lang="ko-KR" altLang="en-US" sz="1400" spc="-150" dirty="0">
                <a:solidFill>
                  <a:srgbClr val="0070C0"/>
                </a:solidFill>
              </a:rPr>
              <a:t> 삽입</a:t>
            </a:r>
            <a:r>
              <a:rPr lang="en-US" altLang="ko-KR" sz="1400" spc="-150" dirty="0">
                <a:solidFill>
                  <a:srgbClr val="0070C0"/>
                </a:solidFill>
              </a:rPr>
              <a:t>)</a:t>
            </a:r>
          </a:p>
          <a:p>
            <a:pPr lvl="2">
              <a:lnSpc>
                <a:spcPct val="110000"/>
              </a:lnSpc>
            </a:pPr>
            <a:r>
              <a:rPr lang="en-US" altLang="ko-KR" sz="1200" spc="-150" dirty="0"/>
              <a:t>NPU Pod  </a:t>
            </a:r>
            <a:r>
              <a:rPr lang="ko-KR" altLang="en-US" sz="1200" spc="-150" dirty="0"/>
              <a:t>환경 설명</a:t>
            </a:r>
            <a:endParaRPr lang="en-US" altLang="ko-KR" sz="1200" spc="-150" dirty="0"/>
          </a:p>
          <a:p>
            <a:pPr lvl="2">
              <a:lnSpc>
                <a:spcPct val="110000"/>
              </a:lnSpc>
            </a:pPr>
            <a:r>
              <a:rPr lang="en-US" altLang="ko-KR" sz="1200" spc="-150" dirty="0"/>
              <a:t>Furiosa Sample </a:t>
            </a:r>
            <a:r>
              <a:rPr lang="ko-KR" altLang="en-US" sz="1200" spc="-150" dirty="0"/>
              <a:t>코드 실행 결과</a:t>
            </a:r>
            <a:r>
              <a:rPr lang="en-US" altLang="ko-KR" sz="1200" spc="-150" dirty="0"/>
              <a:t>, </a:t>
            </a:r>
            <a:r>
              <a:rPr lang="ko-KR" altLang="en-US" sz="1200" spc="-150" dirty="0"/>
              <a:t>결과 동영상</a:t>
            </a:r>
            <a:r>
              <a:rPr lang="en-US" altLang="ko-KR" sz="1200" spc="-150" dirty="0"/>
              <a:t>/</a:t>
            </a:r>
            <a:r>
              <a:rPr lang="ko-KR" altLang="en-US" sz="1200" spc="-150" dirty="0"/>
              <a:t>이미지 삽입</a:t>
            </a:r>
            <a:endParaRPr lang="en-US" altLang="ko-KR" sz="1200" spc="-150" dirty="0"/>
          </a:p>
          <a:p>
            <a:pPr lvl="2">
              <a:lnSpc>
                <a:spcPct val="110000"/>
              </a:lnSpc>
            </a:pPr>
            <a:r>
              <a:rPr lang="en-US" altLang="ko-KR" sz="1400" spc="-150" dirty="0"/>
              <a:t>AI </a:t>
            </a:r>
            <a:r>
              <a:rPr lang="ko-KR" altLang="en-US" sz="1400" spc="-150" dirty="0"/>
              <a:t>응용 프로그램 배포</a:t>
            </a:r>
            <a:r>
              <a:rPr lang="en-US" altLang="ko-KR" sz="1200" spc="-150" dirty="0">
                <a:solidFill>
                  <a:srgbClr val="0070C0"/>
                </a:solidFill>
              </a:rPr>
              <a:t>(</a:t>
            </a:r>
            <a:r>
              <a:rPr lang="ko-KR" altLang="en-US" sz="1200" spc="-150" dirty="0">
                <a:solidFill>
                  <a:srgbClr val="0070C0"/>
                </a:solidFill>
              </a:rPr>
              <a:t>배포 처리과정 설명과 구축과정을 재생 가능한 동영상으로 캡쳐</a:t>
            </a:r>
            <a:r>
              <a:rPr lang="en-US" altLang="ko-KR" sz="1200" spc="-150" dirty="0">
                <a:solidFill>
                  <a:srgbClr val="0070C0"/>
                </a:solidFill>
              </a:rPr>
              <a:t>,</a:t>
            </a:r>
            <a:r>
              <a:rPr lang="ko-KR" altLang="en-US" sz="1200" spc="-150" dirty="0">
                <a:solidFill>
                  <a:srgbClr val="0070C0"/>
                </a:solidFill>
              </a:rPr>
              <a:t> 삽입</a:t>
            </a:r>
            <a:r>
              <a:rPr lang="en-US" altLang="ko-KR" sz="1200" spc="-150" dirty="0">
                <a:solidFill>
                  <a:srgbClr val="0070C0"/>
                </a:solidFill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600" spc="-150" dirty="0"/>
              <a:t>최종 결과물 요약</a:t>
            </a:r>
            <a:endParaRPr lang="en-US" altLang="ko-KR" sz="1600" spc="-15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000" spc="-150" dirty="0"/>
              <a:t> </a:t>
            </a:r>
            <a:r>
              <a:rPr lang="en-US" altLang="ko-KR" sz="1200" spc="-150" dirty="0"/>
              <a:t>AI </a:t>
            </a:r>
            <a:r>
              <a:rPr lang="ko-KR" altLang="en-US" sz="1200" spc="-150" dirty="0"/>
              <a:t>서비스</a:t>
            </a:r>
            <a:r>
              <a:rPr lang="en-US" altLang="ko-KR" sz="1200" spc="-150" dirty="0"/>
              <a:t> </a:t>
            </a:r>
            <a:r>
              <a:rPr lang="ko-KR" altLang="en-US" sz="1200" spc="-150" dirty="0"/>
              <a:t>결과</a:t>
            </a:r>
            <a:r>
              <a:rPr lang="en-US" altLang="ko-KR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구동하는 </a:t>
            </a:r>
            <a:r>
              <a:rPr lang="en-US" altLang="ko-KR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AI </a:t>
            </a:r>
            <a:r>
              <a:rPr lang="ko-KR" altLang="en-US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응용 프로그램 구축과정 전체적으로 요약 설명하고</a:t>
            </a:r>
            <a:r>
              <a:rPr lang="en-US" altLang="ko-KR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en-US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구동된 프로그램을 동영상으로 캡쳐</a:t>
            </a:r>
            <a:r>
              <a:rPr lang="en-US" altLang="ko-KR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</a:t>
            </a:r>
            <a:r>
              <a:rPr lang="ko-KR" altLang="en-US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삽입</a:t>
            </a:r>
            <a:r>
              <a:rPr lang="en-US" altLang="ko-KR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200" spc="-150" dirty="0"/>
              <a:t>NPU, GPU</a:t>
            </a:r>
            <a:r>
              <a:rPr lang="ko-KR" altLang="en-US" sz="1200" spc="-150" dirty="0"/>
              <a:t> 환경에서 성능 비교 분석</a:t>
            </a:r>
            <a:r>
              <a:rPr lang="en-US" altLang="ko-KR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지표</a:t>
            </a:r>
            <a:r>
              <a:rPr lang="en-US" altLang="ko-KR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응답속도</a:t>
            </a:r>
            <a:r>
              <a:rPr lang="en-US" altLang="ko-KR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추론시간</a:t>
            </a:r>
            <a:r>
              <a:rPr lang="en-US" altLang="ko-KR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처리량</a:t>
            </a:r>
            <a:r>
              <a:rPr lang="en-US" altLang="ko-KR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전력소비</a:t>
            </a:r>
            <a:r>
              <a:rPr lang="en-US" altLang="ko-KR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등등</a:t>
            </a:r>
            <a:r>
              <a:rPr lang="en-US" altLang="ko-KR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200" spc="-150" dirty="0"/>
              <a:t>NPU </a:t>
            </a:r>
            <a:r>
              <a:rPr lang="ko-KR" altLang="en-US" sz="1200" spc="-150" dirty="0"/>
              <a:t>기반의 </a:t>
            </a:r>
            <a:r>
              <a:rPr lang="en-US" altLang="ko-KR" sz="1200" spc="-150" dirty="0"/>
              <a:t>AI </a:t>
            </a:r>
            <a:r>
              <a:rPr lang="ko-KR" altLang="en-US" sz="1200" spc="-150" dirty="0"/>
              <a:t>서비스 사용에 대한 기대 효과 </a:t>
            </a:r>
            <a:endParaRPr lang="en-US" altLang="ko-KR" sz="1200" spc="-15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추가할 내용은 자유롭게 확장 가능</a:t>
            </a:r>
            <a:r>
              <a:rPr lang="en-US" altLang="ko-KR" sz="12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600" spc="-150" dirty="0"/>
              <a:t>(</a:t>
            </a:r>
            <a:r>
              <a:rPr lang="ko-KR" altLang="en-US" sz="1600" spc="-150" dirty="0"/>
              <a:t>산업체 탐방</a:t>
            </a:r>
            <a:r>
              <a:rPr lang="en-US" altLang="ko-KR" sz="1600" spc="-150" dirty="0"/>
              <a:t>)</a:t>
            </a:r>
            <a:r>
              <a:rPr lang="ko-KR" altLang="ko-KR" sz="1600" spc="-150" dirty="0"/>
              <a:t> 직무 이해를 위한 </a:t>
            </a:r>
            <a:r>
              <a:rPr lang="ko-KR" altLang="ko-KR" sz="1600" spc="-150" dirty="0" err="1"/>
              <a:t>FuriosaAI</a:t>
            </a:r>
            <a:r>
              <a:rPr lang="ko-KR" altLang="ko-KR" sz="1600" spc="-150" dirty="0"/>
              <a:t> 기업 견학</a:t>
            </a:r>
            <a:endParaRPr lang="en-US" altLang="ko-KR" sz="1600" spc="-15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200" spc="-150" dirty="0"/>
              <a:t>견학 후기 작성</a:t>
            </a:r>
            <a:endParaRPr lang="en-US" altLang="ko-KR" sz="1200" spc="-15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ko-KR" altLang="en-US" sz="1200" spc="-150" dirty="0"/>
              <a:t>현장 활동</a:t>
            </a:r>
            <a:r>
              <a:rPr lang="en-US" altLang="ko-KR" sz="1200" spc="-150" dirty="0"/>
              <a:t>/</a:t>
            </a:r>
            <a:r>
              <a:rPr lang="ko-KR" altLang="en-US" sz="1200" spc="-150" dirty="0"/>
              <a:t>방문 사진 삽입</a:t>
            </a:r>
            <a:endParaRPr lang="en-US" altLang="ko-KR" sz="1200" spc="-1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FB3902-37DF-FBDA-E308-7CC9DB93D052}"/>
              </a:ext>
            </a:extLst>
          </p:cNvPr>
          <p:cNvSpPr txBox="1"/>
          <p:nvPr/>
        </p:nvSpPr>
        <p:spPr>
          <a:xfrm>
            <a:off x="8694242" y="938213"/>
            <a:ext cx="3497758" cy="31085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400" spc="-150" dirty="0"/>
              <a:t>** PPT </a:t>
            </a:r>
            <a:r>
              <a:rPr lang="ko-KR" altLang="en-US" sz="1400" spc="-150" dirty="0"/>
              <a:t>작성시 유의 사항</a:t>
            </a:r>
            <a:r>
              <a:rPr lang="en-US" altLang="ko-KR" sz="1400" spc="-150" dirty="0"/>
              <a:t>**</a:t>
            </a:r>
          </a:p>
          <a:p>
            <a:pPr marL="285750" indent="-285750">
              <a:buFontTx/>
              <a:buChar char="-"/>
            </a:pPr>
            <a:r>
              <a:rPr lang="en-US" altLang="ko-KR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</a:t>
            </a: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인 </a:t>
            </a:r>
            <a:r>
              <a:rPr lang="en-US" altLang="ko-KR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 </a:t>
            </a: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보고서 제출</a:t>
            </a:r>
            <a:endParaRPr lang="en-US" altLang="ko-KR" sz="1400" spc="-15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동일한 미니프로젝트를 수행하는 </a:t>
            </a:r>
            <a:r>
              <a:rPr lang="ko-KR" altLang="en-US" sz="1400" spc="-15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팀원간에는</a:t>
            </a: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공통된 내용은 작성 내용 공유 가능</a:t>
            </a:r>
            <a:endParaRPr lang="en-US" altLang="ko-KR" sz="1400" spc="-15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sz="1400" spc="-15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Powerpoint</a:t>
            </a:r>
            <a:r>
              <a:rPr lang="en-US" altLang="ko-KR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슬라이드 형식</a:t>
            </a:r>
            <a:endParaRPr lang="en-US" altLang="ko-KR" sz="1400" spc="-15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buFontTx/>
              <a:buChar char="-"/>
            </a:pP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흰색 배경 사용</a:t>
            </a:r>
            <a:r>
              <a:rPr lang="en-US" altLang="ko-KR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페이지 번호</a:t>
            </a:r>
            <a:endParaRPr lang="en-US" altLang="ko-KR" sz="1400" spc="-15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buFontTx/>
              <a:buChar char="-"/>
            </a:pP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가독성 높은 폰트</a:t>
            </a:r>
            <a:r>
              <a:rPr lang="en-US" altLang="ko-KR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사이즈</a:t>
            </a:r>
            <a:r>
              <a:rPr lang="en-US" altLang="ko-KR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레이아웃 </a:t>
            </a:r>
            <a:endParaRPr lang="en-US" altLang="ko-KR" sz="1400" spc="-15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동영상은 슬라이드에 </a:t>
            </a:r>
            <a:r>
              <a:rPr lang="ko-KR" altLang="en-US" sz="1400" spc="-15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임베딩할</a:t>
            </a: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것</a:t>
            </a:r>
            <a:endParaRPr lang="en-US" altLang="ko-KR" sz="1400" spc="-15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작성 내용 외에 추가할 내용은 자유롭게 변경</a:t>
            </a:r>
            <a:r>
              <a:rPr lang="en-US" altLang="ko-KR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확장 가능</a:t>
            </a:r>
            <a:endParaRPr lang="en-US" altLang="ko-KR" sz="1400" spc="-15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작성 내용 구성 순서는 자율</a:t>
            </a:r>
            <a:endParaRPr lang="en-US" altLang="ko-KR" sz="1400" spc="-15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전체 분량 </a:t>
            </a:r>
            <a:r>
              <a:rPr lang="en-US" altLang="ko-KR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20pages</a:t>
            </a: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내외</a:t>
            </a:r>
            <a:endParaRPr lang="en-US" altLang="ko-KR" sz="1400" spc="-15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8/14</a:t>
            </a: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까지 편집이 가능한 원본 제출하기</a:t>
            </a:r>
            <a:r>
              <a:rPr lang="en-US" altLang="ko-KR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포맷은 </a:t>
            </a:r>
            <a:r>
              <a:rPr lang="en-US" altLang="ko-KR" sz="1400" spc="-15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pptx, ppt)</a:t>
            </a:r>
          </a:p>
        </p:txBody>
      </p:sp>
    </p:spTree>
    <p:extLst>
      <p:ext uri="{BB962C8B-B14F-4D97-AF65-F5344CB8AC3E}">
        <p14:creationId xmlns:p14="http://schemas.microsoft.com/office/powerpoint/2010/main" val="831501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B53DF0-FB0B-45D7-83BE-A99C1587893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81a3745-5a4a-4177-a35b-c59af89500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660</TotalTime>
  <Words>407</Words>
  <Application>Microsoft Office PowerPoint</Application>
  <PresentationFormat>와이드스크린</PresentationFormat>
  <Paragraphs>43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Wingdings</vt:lpstr>
      <vt:lpstr>Office 테마</vt:lpstr>
      <vt:lpstr>FuriosaAI NPU기반….  OOOOOOO </vt:lpstr>
      <vt:lpstr>기록 중심으로 보고서를 작성합니다 (작성시 유의)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sntu M</dc:creator>
  <cp:lastModifiedBy>ydy001226@daum.net</cp:lastModifiedBy>
  <cp:revision>40</cp:revision>
  <dcterms:created xsi:type="dcterms:W3CDTF">2026-08-03T23:52:07Z</dcterms:created>
  <dcterms:modified xsi:type="dcterms:W3CDTF">2026-08-13T06:18:47Z</dcterms:modified>
</cp:coreProperties>
</file>